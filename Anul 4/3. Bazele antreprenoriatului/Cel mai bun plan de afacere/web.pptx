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30"/>
  </p:notesMasterIdLst>
  <p:sldIdLst>
    <p:sldId id="344" r:id="rId2"/>
    <p:sldId id="262" r:id="rId3"/>
    <p:sldId id="328" r:id="rId4"/>
    <p:sldId id="320" r:id="rId5"/>
    <p:sldId id="321" r:id="rId6"/>
    <p:sldId id="322" r:id="rId7"/>
    <p:sldId id="324" r:id="rId8"/>
    <p:sldId id="323" r:id="rId9"/>
    <p:sldId id="279" r:id="rId10"/>
    <p:sldId id="316" r:id="rId11"/>
    <p:sldId id="326" r:id="rId12"/>
    <p:sldId id="301" r:id="rId13"/>
    <p:sldId id="317" r:id="rId14"/>
    <p:sldId id="318" r:id="rId15"/>
    <p:sldId id="308" r:id="rId16"/>
    <p:sldId id="319" r:id="rId17"/>
    <p:sldId id="327" r:id="rId18"/>
    <p:sldId id="329" r:id="rId19"/>
    <p:sldId id="330" r:id="rId20"/>
    <p:sldId id="331" r:id="rId21"/>
    <p:sldId id="332" r:id="rId22"/>
    <p:sldId id="336" r:id="rId23"/>
    <p:sldId id="337" r:id="rId24"/>
    <p:sldId id="338" r:id="rId25"/>
    <p:sldId id="339" r:id="rId26"/>
    <p:sldId id="342" r:id="rId27"/>
    <p:sldId id="341" r:id="rId28"/>
    <p:sldId id="340" r:id="rId29"/>
  </p:sldIdLst>
  <p:sldSz cx="9144000" cy="5143500" type="screen16x9"/>
  <p:notesSz cx="6858000" cy="9144000"/>
  <p:embeddedFontLst>
    <p:embeddedFont>
      <p:font typeface="Darker Grotesque" panose="020B0604020202020204" charset="0"/>
      <p:regular r:id="rId31"/>
      <p:bold r:id="rId32"/>
    </p:embeddedFont>
    <p:embeddedFont>
      <p:font typeface="Darker Grotesque Medium" panose="020B0604020202020204" charset="0"/>
      <p:regular r:id="rId33"/>
      <p:bold r:id="rId34"/>
    </p:embeddedFont>
    <p:embeddedFont>
      <p:font typeface="Montserrat" panose="00000500000000000000" pitchFamily="2" charset="-18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C34"/>
    <a:srgbClr val="5352E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18F33F-D7D8-46C4-8731-8F3AC51BF7FF}">
  <a:tblStyle styleId="{E718F33F-D7D8-46C4-8731-8F3AC51BF7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6" autoAdjust="0"/>
    <p:restoredTop sz="96247" autoAdjust="0"/>
  </p:normalViewPr>
  <p:slideViewPr>
    <p:cSldViewPr snapToGrid="0">
      <p:cViewPr varScale="1">
        <p:scale>
          <a:sx n="146" d="100"/>
          <a:sy n="146" d="100"/>
        </p:scale>
        <p:origin x="5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6" name="Google Shape;2226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527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gd7e9e01bb3_0_1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0" name="Google Shape;3370;gd7e9e01bb3_0_1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7" name="Google Shape;3857;gbd6c00e730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8" name="Google Shape;3858;gbd6c00e730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5" name="Google Shape;75;p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79" name="Google Shape;79;p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" name="Google Shape;105;p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06" name="Google Shape;106;p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8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110" name="Google Shape;110;p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" name="Google Shape;114;p8"/>
          <p:cNvSpPr/>
          <p:nvPr/>
        </p:nvSpPr>
        <p:spPr>
          <a:xfrm>
            <a:off x="714600" y="1167575"/>
            <a:ext cx="7709700" cy="2808300"/>
          </a:xfrm>
          <a:prstGeom prst="roundRect">
            <a:avLst>
              <a:gd name="adj" fmla="val 2501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1502800" y="1370700"/>
            <a:ext cx="6130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8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title"/>
          </p:nvPr>
        </p:nvSpPr>
        <p:spPr>
          <a:xfrm>
            <a:off x="7200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subTitle" idx="1"/>
          </p:nvPr>
        </p:nvSpPr>
        <p:spPr>
          <a:xfrm>
            <a:off x="7200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1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35" name="Google Shape;235;p1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15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39" name="Google Shape;239;p1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TITLE_ONLY_1_1_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4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4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4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05" name="Google Shape;705;p4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708;p43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709" name="Google Shape;709;p4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5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6" name="Google Shape;906;p5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07" name="Google Shape;907;p5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11" name="Google Shape;911;p5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5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5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19" name="Google Shape;919;p5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58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23" name="Google Shape;923;p5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0" name="Google Shape;930;p59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931" name="Google Shape;931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59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59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936" name="Google Shape;936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1" name="Google Shape;941;p6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42" name="Google Shape;942;p6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6" name="Google Shape;946;p6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7" name="Google Shape;947;p6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48" name="Google Shape;948;p6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8" r:id="rId3"/>
    <p:sldLayoutId id="2147483661" r:id="rId4"/>
    <p:sldLayoutId id="2147483689" r:id="rId5"/>
    <p:sldLayoutId id="2147483703" r:id="rId6"/>
    <p:sldLayoutId id="2147483704" r:id="rId7"/>
    <p:sldLayoutId id="2147483705" r:id="rId8"/>
    <p:sldLayoutId id="214748370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7">
          <p15:clr>
            <a:srgbClr val="EA4335"/>
          </p15:clr>
        </p15:guide>
        <p15:guide id="2" pos="447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pos="531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microsoft.com/office/2007/relationships/media" Target="../media/media1.mov"/><Relationship Id="rId1" Type="http://schemas.openxmlformats.org/officeDocument/2006/relationships/video" Target="NULL" TargetMode="Externa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EB927-786C-41EF-3054-A8BED6E5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E8C36D2-4335-F7D3-AEF1-403AB8C594FB}"/>
              </a:ext>
            </a:extLst>
          </p:cNvPr>
          <p:cNvSpPr txBox="1">
            <a:spLocks/>
          </p:cNvSpPr>
          <p:nvPr/>
        </p:nvSpPr>
        <p:spPr>
          <a:xfrm>
            <a:off x="720000" y="2024443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000" b="1" dirty="0" err="1">
                <a:solidFill>
                  <a:srgbClr val="5352EE"/>
                </a:solidFill>
                <a:latin typeface="Montserrat" panose="00000500000000000000" pitchFamily="2" charset="-18"/>
              </a:rPr>
              <a:t>Salutare</a:t>
            </a:r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 </a:t>
            </a:r>
            <a:r>
              <a:rPr lang="en-US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37427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70"/>
          <p:cNvSpPr txBox="1">
            <a:spLocks noGrp="1"/>
          </p:cNvSpPr>
          <p:nvPr>
            <p:ph type="title"/>
          </p:nvPr>
        </p:nvSpPr>
        <p:spPr>
          <a:xfrm>
            <a:off x="924586" y="1355595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Tekwill Junior Ambassadors</a:t>
            </a:r>
            <a:endParaRPr sz="2800" dirty="0"/>
          </a:p>
        </p:txBody>
      </p:sp>
      <p:grpSp>
        <p:nvGrpSpPr>
          <p:cNvPr id="1199" name="Google Shape;1199;p70"/>
          <p:cNvGrpSpPr/>
          <p:nvPr/>
        </p:nvGrpSpPr>
        <p:grpSpPr>
          <a:xfrm>
            <a:off x="4374739" y="1425006"/>
            <a:ext cx="4256539" cy="2259874"/>
            <a:chOff x="4374739" y="1425006"/>
            <a:chExt cx="4256539" cy="2259874"/>
          </a:xfrm>
        </p:grpSpPr>
        <p:sp>
          <p:nvSpPr>
            <p:cNvPr id="1200" name="Google Shape;1200;p70"/>
            <p:cNvSpPr/>
            <p:nvPr/>
          </p:nvSpPr>
          <p:spPr>
            <a:xfrm>
              <a:off x="6905597" y="3112174"/>
              <a:ext cx="419225" cy="572706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0"/>
            <p:cNvSpPr/>
            <p:nvPr/>
          </p:nvSpPr>
          <p:spPr>
            <a:xfrm flipH="1">
              <a:off x="7687763" y="1908249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02" name="Google Shape;1202;p70"/>
            <p:cNvGrpSpPr/>
            <p:nvPr/>
          </p:nvGrpSpPr>
          <p:grpSpPr>
            <a:xfrm>
              <a:off x="4851597" y="1425006"/>
              <a:ext cx="1542900" cy="316800"/>
              <a:chOff x="4801222" y="1142831"/>
              <a:chExt cx="1542900" cy="316800"/>
            </a:xfrm>
          </p:grpSpPr>
          <p:sp>
            <p:nvSpPr>
              <p:cNvPr id="1203" name="Google Shape;1203;p70"/>
              <p:cNvSpPr/>
              <p:nvPr/>
            </p:nvSpPr>
            <p:spPr>
              <a:xfrm>
                <a:off x="4801222" y="1142831"/>
                <a:ext cx="1542900" cy="3168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85738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70"/>
              <p:cNvSpPr/>
              <p:nvPr/>
            </p:nvSpPr>
            <p:spPr>
              <a:xfrm>
                <a:off x="5161905" y="1239184"/>
                <a:ext cx="60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70"/>
              <p:cNvSpPr/>
              <p:nvPr/>
            </p:nvSpPr>
            <p:spPr>
              <a:xfrm>
                <a:off x="5810078" y="1239184"/>
                <a:ext cx="442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70"/>
              <p:cNvSpPr/>
              <p:nvPr/>
            </p:nvSpPr>
            <p:spPr>
              <a:xfrm>
                <a:off x="5161905" y="1344867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70"/>
              <p:cNvSpPr/>
              <p:nvPr/>
            </p:nvSpPr>
            <p:spPr>
              <a:xfrm>
                <a:off x="4858914" y="1184993"/>
                <a:ext cx="232500" cy="232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08" name="Google Shape;1208;p70"/>
            <p:cNvSpPr/>
            <p:nvPr/>
          </p:nvSpPr>
          <p:spPr>
            <a:xfrm>
              <a:off x="6517358" y="1636165"/>
              <a:ext cx="521400" cy="105600"/>
            </a:xfrm>
            <a:prstGeom prst="roundRect">
              <a:avLst>
                <a:gd name="adj" fmla="val 42298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70"/>
            <p:cNvSpPr/>
            <p:nvPr/>
          </p:nvSpPr>
          <p:spPr>
            <a:xfrm>
              <a:off x="4374739" y="2773665"/>
              <a:ext cx="394500" cy="2748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0" name="Google Shape;1210;p70"/>
            <p:cNvGrpSpPr/>
            <p:nvPr/>
          </p:nvGrpSpPr>
          <p:grpSpPr>
            <a:xfrm>
              <a:off x="5386483" y="2396195"/>
              <a:ext cx="801000" cy="801000"/>
              <a:chOff x="5372267" y="434783"/>
              <a:chExt cx="801000" cy="801000"/>
            </a:xfrm>
          </p:grpSpPr>
          <p:sp>
            <p:nvSpPr>
              <p:cNvPr id="1211" name="Google Shape;1211;p70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70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3" name="Google Shape;1213;p70"/>
            <p:cNvGrpSpPr/>
            <p:nvPr/>
          </p:nvGrpSpPr>
          <p:grpSpPr>
            <a:xfrm>
              <a:off x="4785772" y="2647318"/>
              <a:ext cx="739744" cy="1028624"/>
              <a:chOff x="8161500" y="2897475"/>
              <a:chExt cx="1020900" cy="1419575"/>
            </a:xfrm>
          </p:grpSpPr>
          <p:sp>
            <p:nvSpPr>
              <p:cNvPr id="1214" name="Google Shape;1214;p70"/>
              <p:cNvSpPr/>
              <p:nvPr/>
            </p:nvSpPr>
            <p:spPr>
              <a:xfrm>
                <a:off x="8424000" y="2897475"/>
                <a:ext cx="758400" cy="75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214313" dist="19050" dir="5400000" algn="bl" rotWithShape="0">
                  <a:schemeClr val="dk1">
                    <a:alpha val="3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70"/>
              <p:cNvSpPr/>
              <p:nvPr/>
            </p:nvSpPr>
            <p:spPr>
              <a:xfrm>
                <a:off x="8877600" y="3669350"/>
                <a:ext cx="138900" cy="138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16" name="Google Shape;1216;p70"/>
              <p:cNvGrpSpPr/>
              <p:nvPr/>
            </p:nvGrpSpPr>
            <p:grpSpPr>
              <a:xfrm>
                <a:off x="8662225" y="3048175"/>
                <a:ext cx="281950" cy="894600"/>
                <a:chOff x="9961275" y="3048175"/>
                <a:chExt cx="281950" cy="894600"/>
              </a:xfrm>
            </p:grpSpPr>
            <p:cxnSp>
              <p:nvCxnSpPr>
                <p:cNvPr id="1217" name="Google Shape;1217;p70"/>
                <p:cNvCxnSpPr/>
                <p:nvPr/>
              </p:nvCxnSpPr>
              <p:spPr>
                <a:xfrm>
                  <a:off x="10097400" y="3048175"/>
                  <a:ext cx="0" cy="894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218" name="Google Shape;1218;p70"/>
                <p:cNvCxnSpPr/>
                <p:nvPr/>
              </p:nvCxnSpPr>
              <p:spPr>
                <a:xfrm>
                  <a:off x="9961275" y="3354450"/>
                  <a:ext cx="131400" cy="13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219" name="Google Shape;1219;p70"/>
                <p:cNvCxnSpPr/>
                <p:nvPr/>
              </p:nvCxnSpPr>
              <p:spPr>
                <a:xfrm flipH="1">
                  <a:off x="10102175" y="3150275"/>
                  <a:ext cx="111900" cy="111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220" name="Google Shape;1220;p70"/>
                <p:cNvCxnSpPr/>
                <p:nvPr/>
              </p:nvCxnSpPr>
              <p:spPr>
                <a:xfrm flipH="1">
                  <a:off x="10092625" y="3753100"/>
                  <a:ext cx="150600" cy="150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</p:grpSp>
          <p:sp>
            <p:nvSpPr>
              <p:cNvPr id="1221" name="Google Shape;1221;p70"/>
              <p:cNvSpPr/>
              <p:nvPr/>
            </p:nvSpPr>
            <p:spPr>
              <a:xfrm>
                <a:off x="8586863" y="3937850"/>
                <a:ext cx="432675" cy="379200"/>
              </a:xfrm>
              <a:custGeom>
                <a:avLst/>
                <a:gdLst/>
                <a:ahLst/>
                <a:cxnLst/>
                <a:rect l="l" t="t" r="r" b="b"/>
                <a:pathLst>
                  <a:path w="17307" h="15168" extrusionOk="0">
                    <a:moveTo>
                      <a:pt x="0" y="0"/>
                    </a:moveTo>
                    <a:lnTo>
                      <a:pt x="17307" y="0"/>
                    </a:lnTo>
                    <a:lnTo>
                      <a:pt x="15362" y="15168"/>
                    </a:lnTo>
                    <a:lnTo>
                      <a:pt x="1556" y="1516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  <a:effectLst>
                <a:outerShdw blurRad="328613" dist="19050" dir="5400000" algn="bl" rotWithShape="0">
                  <a:schemeClr val="dk1">
                    <a:alpha val="24000"/>
                  </a:scheme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222" name="Google Shape;1222;p70"/>
              <p:cNvGrpSpPr/>
              <p:nvPr/>
            </p:nvGrpSpPr>
            <p:grpSpPr>
              <a:xfrm>
                <a:off x="8161500" y="3500302"/>
                <a:ext cx="525000" cy="298200"/>
                <a:chOff x="10048800" y="3500302"/>
                <a:chExt cx="525000" cy="298200"/>
              </a:xfrm>
            </p:grpSpPr>
            <p:sp>
              <p:nvSpPr>
                <p:cNvPr id="1223" name="Google Shape;1223;p70"/>
                <p:cNvSpPr/>
                <p:nvPr/>
              </p:nvSpPr>
              <p:spPr>
                <a:xfrm>
                  <a:off x="10048800" y="3500302"/>
                  <a:ext cx="525000" cy="298200"/>
                </a:xfrm>
                <a:prstGeom prst="wedgeRoundRectCallout">
                  <a:avLst>
                    <a:gd name="adj1" fmla="val 31681"/>
                    <a:gd name="adj2" fmla="val 70641"/>
                    <a:gd name="adj3" fmla="val 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4" name="Google Shape;1224;p70"/>
                <p:cNvSpPr/>
                <p:nvPr/>
              </p:nvSpPr>
              <p:spPr>
                <a:xfrm>
                  <a:off x="10111975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5" name="Google Shape;1225;p70"/>
                <p:cNvSpPr/>
                <p:nvPr/>
              </p:nvSpPr>
              <p:spPr>
                <a:xfrm>
                  <a:off x="10271953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6" name="Google Shape;1226;p70"/>
                <p:cNvSpPr/>
                <p:nvPr/>
              </p:nvSpPr>
              <p:spPr>
                <a:xfrm>
                  <a:off x="10431932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27" name="Google Shape;1227;p70"/>
            <p:cNvSpPr/>
            <p:nvPr/>
          </p:nvSpPr>
          <p:spPr>
            <a:xfrm>
              <a:off x="8032619" y="3271615"/>
              <a:ext cx="253800" cy="2538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0"/>
            <p:cNvSpPr/>
            <p:nvPr/>
          </p:nvSpPr>
          <p:spPr>
            <a:xfrm>
              <a:off x="5386471" y="2095984"/>
              <a:ext cx="197100" cy="1971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9" name="Google Shape;1229;p70"/>
            <p:cNvGrpSpPr/>
            <p:nvPr/>
          </p:nvGrpSpPr>
          <p:grpSpPr>
            <a:xfrm>
              <a:off x="4408235" y="1688223"/>
              <a:ext cx="3745392" cy="1987726"/>
              <a:chOff x="2442475" y="1834625"/>
              <a:chExt cx="3131075" cy="1661700"/>
            </a:xfrm>
          </p:grpSpPr>
          <p:sp>
            <p:nvSpPr>
              <p:cNvPr id="1230" name="Google Shape;1230;p70"/>
              <p:cNvSpPr/>
              <p:nvPr/>
            </p:nvSpPr>
            <p:spPr>
              <a:xfrm>
                <a:off x="2442475" y="1941350"/>
                <a:ext cx="2724775" cy="107300"/>
              </a:xfrm>
              <a:custGeom>
                <a:avLst/>
                <a:gdLst/>
                <a:ahLst/>
                <a:cxnLst/>
                <a:rect l="l" t="t" r="r" b="b"/>
                <a:pathLst>
                  <a:path w="108991" h="4292" extrusionOk="0">
                    <a:moveTo>
                      <a:pt x="2283" y="0"/>
                    </a:moveTo>
                    <a:cubicBezTo>
                      <a:pt x="1141" y="0"/>
                      <a:pt x="0" y="867"/>
                      <a:pt x="0" y="2009"/>
                    </a:cubicBezTo>
                    <a:cubicBezTo>
                      <a:pt x="0" y="3424"/>
                      <a:pt x="1141" y="4291"/>
                      <a:pt x="2283" y="4291"/>
                    </a:cubicBezTo>
                    <a:lnTo>
                      <a:pt x="106982" y="4291"/>
                    </a:lnTo>
                    <a:cubicBezTo>
                      <a:pt x="108124" y="4291"/>
                      <a:pt x="108991" y="3424"/>
                      <a:pt x="108991" y="2009"/>
                    </a:cubicBezTo>
                    <a:cubicBezTo>
                      <a:pt x="108991" y="867"/>
                      <a:pt x="108124" y="0"/>
                      <a:pt x="1069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70"/>
              <p:cNvSpPr/>
              <p:nvPr/>
            </p:nvSpPr>
            <p:spPr>
              <a:xfrm>
                <a:off x="2442475" y="183462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75"/>
                      <a:pt x="0" y="845"/>
                    </a:cubicBezTo>
                    <a:cubicBezTo>
                      <a:pt x="0" y="1416"/>
                      <a:pt x="274" y="1713"/>
                      <a:pt x="845" y="1713"/>
                    </a:cubicBezTo>
                    <a:cubicBezTo>
                      <a:pt x="1415" y="1713"/>
                      <a:pt x="1712" y="1416"/>
                      <a:pt x="1712" y="845"/>
                    </a:cubicBezTo>
                    <a:cubicBezTo>
                      <a:pt x="1712" y="275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70"/>
              <p:cNvSpPr/>
              <p:nvPr/>
            </p:nvSpPr>
            <p:spPr>
              <a:xfrm>
                <a:off x="2534900" y="1834625"/>
                <a:ext cx="502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1713" extrusionOk="0">
                    <a:moveTo>
                      <a:pt x="868" y="1"/>
                    </a:moveTo>
                    <a:cubicBezTo>
                      <a:pt x="571" y="1"/>
                      <a:pt x="1" y="275"/>
                      <a:pt x="1" y="845"/>
                    </a:cubicBezTo>
                    <a:cubicBezTo>
                      <a:pt x="1" y="1416"/>
                      <a:pt x="571" y="1713"/>
                      <a:pt x="868" y="1713"/>
                    </a:cubicBezTo>
                    <a:cubicBezTo>
                      <a:pt x="1439" y="1713"/>
                      <a:pt x="2009" y="1416"/>
                      <a:pt x="2009" y="845"/>
                    </a:cubicBezTo>
                    <a:cubicBezTo>
                      <a:pt x="2009" y="275"/>
                      <a:pt x="1439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70"/>
              <p:cNvSpPr/>
              <p:nvPr/>
            </p:nvSpPr>
            <p:spPr>
              <a:xfrm>
                <a:off x="2627925" y="183462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0" y="275"/>
                      <a:pt x="0" y="845"/>
                    </a:cubicBezTo>
                    <a:cubicBezTo>
                      <a:pt x="0" y="1416"/>
                      <a:pt x="571" y="1713"/>
                      <a:pt x="1142" y="1713"/>
                    </a:cubicBezTo>
                    <a:cubicBezTo>
                      <a:pt x="1712" y="1713"/>
                      <a:pt x="1986" y="1416"/>
                      <a:pt x="1986" y="845"/>
                    </a:cubicBezTo>
                    <a:cubicBezTo>
                      <a:pt x="1986" y="275"/>
                      <a:pt x="1712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70"/>
              <p:cNvSpPr/>
              <p:nvPr/>
            </p:nvSpPr>
            <p:spPr>
              <a:xfrm>
                <a:off x="464625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571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571" y="52202"/>
                      <a:pt x="1142" y="52202"/>
                    </a:cubicBezTo>
                    <a:lnTo>
                      <a:pt x="35950" y="52202"/>
                    </a:lnTo>
                    <a:cubicBezTo>
                      <a:pt x="36818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818" y="1"/>
                      <a:pt x="359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70"/>
              <p:cNvSpPr/>
              <p:nvPr/>
            </p:nvSpPr>
            <p:spPr>
              <a:xfrm>
                <a:off x="4703325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1141" y="1"/>
                    </a:moveTo>
                    <a:cubicBezTo>
                      <a:pt x="571" y="1"/>
                      <a:pt x="0" y="298"/>
                      <a:pt x="0" y="868"/>
                    </a:cubicBezTo>
                    <a:cubicBezTo>
                      <a:pt x="0" y="1439"/>
                      <a:pt x="571" y="1713"/>
                      <a:pt x="1141" y="1713"/>
                    </a:cubicBezTo>
                    <a:cubicBezTo>
                      <a:pt x="1712" y="1713"/>
                      <a:pt x="2009" y="1439"/>
                      <a:pt x="2009" y="868"/>
                    </a:cubicBezTo>
                    <a:cubicBezTo>
                      <a:pt x="2009" y="298"/>
                      <a:pt x="1712" y="1"/>
                      <a:pt x="11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70"/>
              <p:cNvSpPr/>
              <p:nvPr/>
            </p:nvSpPr>
            <p:spPr>
              <a:xfrm>
                <a:off x="480317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1712" y="1439"/>
                      <a:pt x="1712" y="868"/>
                    </a:cubicBezTo>
                    <a:cubicBezTo>
                      <a:pt x="1712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70"/>
              <p:cNvSpPr/>
              <p:nvPr/>
            </p:nvSpPr>
            <p:spPr>
              <a:xfrm>
                <a:off x="4896175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2" y="1"/>
                      <a:pt x="1" y="298"/>
                      <a:pt x="1" y="868"/>
                    </a:cubicBezTo>
                    <a:cubicBezTo>
                      <a:pt x="1" y="1439"/>
                      <a:pt x="572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70"/>
              <p:cNvSpPr/>
              <p:nvPr/>
            </p:nvSpPr>
            <p:spPr>
              <a:xfrm>
                <a:off x="4845975" y="2827891"/>
                <a:ext cx="535275" cy="535275"/>
              </a:xfrm>
              <a:custGeom>
                <a:avLst/>
                <a:gdLst/>
                <a:ahLst/>
                <a:cxnLst/>
                <a:rect l="l" t="t" r="r" b="b"/>
                <a:pathLst>
                  <a:path w="21411" h="21411" extrusionOk="0">
                    <a:moveTo>
                      <a:pt x="10568" y="6574"/>
                    </a:moveTo>
                    <a:cubicBezTo>
                      <a:pt x="12851" y="6574"/>
                      <a:pt x="14563" y="8560"/>
                      <a:pt x="14563" y="10842"/>
                    </a:cubicBezTo>
                    <a:cubicBezTo>
                      <a:pt x="14563" y="12851"/>
                      <a:pt x="12851" y="14837"/>
                      <a:pt x="10568" y="14837"/>
                    </a:cubicBezTo>
                    <a:cubicBezTo>
                      <a:pt x="8286" y="14837"/>
                      <a:pt x="6574" y="12851"/>
                      <a:pt x="6574" y="10842"/>
                    </a:cubicBezTo>
                    <a:cubicBezTo>
                      <a:pt x="6574" y="8560"/>
                      <a:pt x="8286" y="6574"/>
                      <a:pt x="10568" y="6574"/>
                    </a:cubicBezTo>
                    <a:close/>
                    <a:moveTo>
                      <a:pt x="8560" y="0"/>
                    </a:moveTo>
                    <a:lnTo>
                      <a:pt x="8560" y="2009"/>
                    </a:lnTo>
                    <a:cubicBezTo>
                      <a:pt x="7715" y="2283"/>
                      <a:pt x="6848" y="2580"/>
                      <a:pt x="6003" y="3150"/>
                    </a:cubicBezTo>
                    <a:lnTo>
                      <a:pt x="4565" y="1712"/>
                    </a:lnTo>
                    <a:lnTo>
                      <a:pt x="1712" y="4565"/>
                    </a:lnTo>
                    <a:lnTo>
                      <a:pt x="3150" y="6277"/>
                    </a:lnTo>
                    <a:cubicBezTo>
                      <a:pt x="2580" y="6848"/>
                      <a:pt x="2283" y="7715"/>
                      <a:pt x="2009" y="8560"/>
                    </a:cubicBezTo>
                    <a:lnTo>
                      <a:pt x="0" y="8560"/>
                    </a:lnTo>
                    <a:lnTo>
                      <a:pt x="0" y="12851"/>
                    </a:lnTo>
                    <a:lnTo>
                      <a:pt x="2009" y="12851"/>
                    </a:lnTo>
                    <a:cubicBezTo>
                      <a:pt x="2283" y="13695"/>
                      <a:pt x="2580" y="14563"/>
                      <a:pt x="3150" y="15407"/>
                    </a:cubicBezTo>
                    <a:lnTo>
                      <a:pt x="1712" y="16845"/>
                    </a:lnTo>
                    <a:lnTo>
                      <a:pt x="4565" y="19698"/>
                    </a:lnTo>
                    <a:lnTo>
                      <a:pt x="6003" y="18260"/>
                    </a:lnTo>
                    <a:cubicBezTo>
                      <a:pt x="6848" y="18831"/>
                      <a:pt x="7715" y="19128"/>
                      <a:pt x="8560" y="19402"/>
                    </a:cubicBezTo>
                    <a:lnTo>
                      <a:pt x="8560" y="21410"/>
                    </a:lnTo>
                    <a:lnTo>
                      <a:pt x="12554" y="21410"/>
                    </a:lnTo>
                    <a:lnTo>
                      <a:pt x="12851" y="19402"/>
                    </a:lnTo>
                    <a:cubicBezTo>
                      <a:pt x="13696" y="19128"/>
                      <a:pt x="14563" y="18831"/>
                      <a:pt x="15134" y="18260"/>
                    </a:cubicBezTo>
                    <a:lnTo>
                      <a:pt x="16845" y="19698"/>
                    </a:lnTo>
                    <a:lnTo>
                      <a:pt x="19699" y="16845"/>
                    </a:lnTo>
                    <a:lnTo>
                      <a:pt x="18261" y="15407"/>
                    </a:lnTo>
                    <a:cubicBezTo>
                      <a:pt x="18831" y="14563"/>
                      <a:pt x="19128" y="13695"/>
                      <a:pt x="19128" y="12851"/>
                    </a:cubicBezTo>
                    <a:lnTo>
                      <a:pt x="21410" y="12851"/>
                    </a:lnTo>
                    <a:lnTo>
                      <a:pt x="21410" y="8560"/>
                    </a:lnTo>
                    <a:lnTo>
                      <a:pt x="19128" y="8560"/>
                    </a:lnTo>
                    <a:cubicBezTo>
                      <a:pt x="19128" y="7715"/>
                      <a:pt x="18831" y="6848"/>
                      <a:pt x="18261" y="6277"/>
                    </a:cubicBezTo>
                    <a:lnTo>
                      <a:pt x="19699" y="4565"/>
                    </a:lnTo>
                    <a:lnTo>
                      <a:pt x="16845" y="1712"/>
                    </a:lnTo>
                    <a:lnTo>
                      <a:pt x="15134" y="3150"/>
                    </a:lnTo>
                    <a:cubicBezTo>
                      <a:pt x="14563" y="2580"/>
                      <a:pt x="13696" y="2283"/>
                      <a:pt x="12851" y="2009"/>
                    </a:cubicBezTo>
                    <a:lnTo>
                      <a:pt x="125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70"/>
              <p:cNvSpPr/>
              <p:nvPr/>
            </p:nvSpPr>
            <p:spPr>
              <a:xfrm>
                <a:off x="359800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274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274" y="52202"/>
                      <a:pt x="1142" y="52202"/>
                    </a:cubicBezTo>
                    <a:lnTo>
                      <a:pt x="35950" y="52202"/>
                    </a:lnTo>
                    <a:cubicBezTo>
                      <a:pt x="36521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521" y="1"/>
                      <a:pt x="359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70"/>
              <p:cNvSpPr/>
              <p:nvPr/>
            </p:nvSpPr>
            <p:spPr>
              <a:xfrm>
                <a:off x="3655050" y="2433800"/>
                <a:ext cx="813175" cy="1005475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40219" extrusionOk="0">
                    <a:moveTo>
                      <a:pt x="1" y="0"/>
                    </a:moveTo>
                    <a:lnTo>
                      <a:pt x="1" y="40218"/>
                    </a:lnTo>
                    <a:lnTo>
                      <a:pt x="32527" y="40218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70"/>
              <p:cNvSpPr/>
              <p:nvPr/>
            </p:nvSpPr>
            <p:spPr>
              <a:xfrm>
                <a:off x="3647650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2009" y="1439"/>
                      <a:pt x="2009" y="868"/>
                    </a:cubicBezTo>
                    <a:cubicBezTo>
                      <a:pt x="2009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70"/>
              <p:cNvSpPr/>
              <p:nvPr/>
            </p:nvSpPr>
            <p:spPr>
              <a:xfrm>
                <a:off x="3740650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1" y="298"/>
                      <a:pt x="1" y="868"/>
                    </a:cubicBezTo>
                    <a:cubicBezTo>
                      <a:pt x="1" y="1439"/>
                      <a:pt x="571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70"/>
              <p:cNvSpPr/>
              <p:nvPr/>
            </p:nvSpPr>
            <p:spPr>
              <a:xfrm>
                <a:off x="384052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98"/>
                      <a:pt x="0" y="868"/>
                    </a:cubicBezTo>
                    <a:cubicBezTo>
                      <a:pt x="0" y="1439"/>
                      <a:pt x="274" y="1713"/>
                      <a:pt x="845" y="1713"/>
                    </a:cubicBezTo>
                    <a:cubicBezTo>
                      <a:pt x="1415" y="1713"/>
                      <a:pt x="1712" y="1439"/>
                      <a:pt x="1712" y="868"/>
                    </a:cubicBezTo>
                    <a:cubicBezTo>
                      <a:pt x="1712" y="298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70"/>
              <p:cNvSpPr/>
              <p:nvPr/>
            </p:nvSpPr>
            <p:spPr>
              <a:xfrm>
                <a:off x="3790300" y="3061500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70"/>
              <p:cNvSpPr/>
              <p:nvPr/>
            </p:nvSpPr>
            <p:spPr>
              <a:xfrm>
                <a:off x="3790300" y="3175625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70"/>
              <p:cNvSpPr/>
              <p:nvPr/>
            </p:nvSpPr>
            <p:spPr>
              <a:xfrm>
                <a:off x="3932950" y="3282325"/>
                <a:ext cx="256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0273" h="1713" extrusionOk="0">
                    <a:moveTo>
                      <a:pt x="571" y="0"/>
                    </a:moveTo>
                    <a:cubicBezTo>
                      <a:pt x="298" y="0"/>
                      <a:pt x="1" y="571"/>
                      <a:pt x="1" y="868"/>
                    </a:cubicBezTo>
                    <a:cubicBezTo>
                      <a:pt x="1" y="1142"/>
                      <a:pt x="298" y="1712"/>
                      <a:pt x="571" y="1712"/>
                    </a:cubicBezTo>
                    <a:lnTo>
                      <a:pt x="9428" y="1712"/>
                    </a:lnTo>
                    <a:cubicBezTo>
                      <a:pt x="9998" y="1712"/>
                      <a:pt x="10272" y="1142"/>
                      <a:pt x="10272" y="868"/>
                    </a:cubicBezTo>
                    <a:cubicBezTo>
                      <a:pt x="10272" y="571"/>
                      <a:pt x="9998" y="0"/>
                      <a:pt x="94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70"/>
              <p:cNvSpPr/>
              <p:nvPr/>
            </p:nvSpPr>
            <p:spPr>
              <a:xfrm>
                <a:off x="3911850" y="2533650"/>
                <a:ext cx="306450" cy="306450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2258" extrusionOk="0">
                    <a:moveTo>
                      <a:pt x="5981" y="1"/>
                    </a:moveTo>
                    <a:cubicBezTo>
                      <a:pt x="2557" y="1"/>
                      <a:pt x="0" y="2557"/>
                      <a:pt x="0" y="5981"/>
                    </a:cubicBezTo>
                    <a:cubicBezTo>
                      <a:pt x="0" y="9405"/>
                      <a:pt x="2557" y="12258"/>
                      <a:pt x="5981" y="12258"/>
                    </a:cubicBezTo>
                    <a:cubicBezTo>
                      <a:pt x="9404" y="12258"/>
                      <a:pt x="12258" y="9405"/>
                      <a:pt x="12258" y="5981"/>
                    </a:cubicBezTo>
                    <a:cubicBezTo>
                      <a:pt x="12258" y="2557"/>
                      <a:pt x="9404" y="1"/>
                      <a:pt x="5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70"/>
              <p:cNvSpPr/>
              <p:nvPr/>
            </p:nvSpPr>
            <p:spPr>
              <a:xfrm>
                <a:off x="4004300" y="2576450"/>
                <a:ext cx="1141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269" extrusionOk="0">
                    <a:moveTo>
                      <a:pt x="2283" y="1"/>
                    </a:moveTo>
                    <a:cubicBezTo>
                      <a:pt x="1141" y="1"/>
                      <a:pt x="0" y="845"/>
                      <a:pt x="0" y="2283"/>
                    </a:cubicBezTo>
                    <a:cubicBezTo>
                      <a:pt x="0" y="3424"/>
                      <a:pt x="1141" y="4269"/>
                      <a:pt x="2283" y="4269"/>
                    </a:cubicBezTo>
                    <a:cubicBezTo>
                      <a:pt x="3424" y="4269"/>
                      <a:pt x="4565" y="3424"/>
                      <a:pt x="4565" y="2283"/>
                    </a:cubicBezTo>
                    <a:cubicBezTo>
                      <a:pt x="4565" y="845"/>
                      <a:pt x="3424" y="1"/>
                      <a:pt x="22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70"/>
              <p:cNvSpPr/>
              <p:nvPr/>
            </p:nvSpPr>
            <p:spPr>
              <a:xfrm>
                <a:off x="3954650" y="2711700"/>
                <a:ext cx="214000" cy="121550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4862" extrusionOk="0">
                    <a:moveTo>
                      <a:pt x="4269" y="0"/>
                    </a:moveTo>
                    <a:cubicBezTo>
                      <a:pt x="2283" y="0"/>
                      <a:pt x="571" y="1141"/>
                      <a:pt x="0" y="2853"/>
                    </a:cubicBezTo>
                    <a:cubicBezTo>
                      <a:pt x="1141" y="3995"/>
                      <a:pt x="2557" y="4862"/>
                      <a:pt x="4269" y="4862"/>
                    </a:cubicBezTo>
                    <a:cubicBezTo>
                      <a:pt x="5980" y="4862"/>
                      <a:pt x="7418" y="3995"/>
                      <a:pt x="8560" y="2853"/>
                    </a:cubicBezTo>
                    <a:cubicBezTo>
                      <a:pt x="7989" y="1141"/>
                      <a:pt x="6277" y="0"/>
                      <a:pt x="4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0" name="Google Shape;1250;p70"/>
            <p:cNvGrpSpPr/>
            <p:nvPr/>
          </p:nvGrpSpPr>
          <p:grpSpPr>
            <a:xfrm>
              <a:off x="7199564" y="2548592"/>
              <a:ext cx="836053" cy="232500"/>
              <a:chOff x="7110769" y="2167592"/>
              <a:chExt cx="836053" cy="232500"/>
            </a:xfrm>
          </p:grpSpPr>
          <p:sp>
            <p:nvSpPr>
              <p:cNvPr id="1251" name="Google Shape;1251;p70"/>
              <p:cNvSpPr/>
              <p:nvPr/>
            </p:nvSpPr>
            <p:spPr>
              <a:xfrm>
                <a:off x="7110769" y="2167592"/>
                <a:ext cx="338100" cy="232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70"/>
              <p:cNvSpPr/>
              <p:nvPr/>
            </p:nvSpPr>
            <p:spPr>
              <a:xfrm>
                <a:off x="7552322" y="2167610"/>
                <a:ext cx="394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70"/>
              <p:cNvSpPr/>
              <p:nvPr/>
            </p:nvSpPr>
            <p:spPr>
              <a:xfrm>
                <a:off x="7552322" y="2259290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70"/>
              <p:cNvSpPr/>
              <p:nvPr/>
            </p:nvSpPr>
            <p:spPr>
              <a:xfrm>
                <a:off x="7552322" y="2350970"/>
                <a:ext cx="1596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5" name="Google Shape;1255;p70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6" name="Google Shape;1256;p70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70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8" name="Google Shape;1258;p70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62;p64">
            <a:extLst>
              <a:ext uri="{FF2B5EF4-FFF2-40B4-BE49-F238E27FC236}">
                <a16:creationId xmlns:a16="http://schemas.microsoft.com/office/drawing/2014/main" id="{8D274EDD-7087-E255-187E-58E94BBEB308}"/>
              </a:ext>
            </a:extLst>
          </p:cNvPr>
          <p:cNvSpPr txBox="1">
            <a:spLocks/>
          </p:cNvSpPr>
          <p:nvPr/>
        </p:nvSpPr>
        <p:spPr>
          <a:xfrm>
            <a:off x="901573" y="2154925"/>
            <a:ext cx="2587307" cy="451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90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br>
              <a:rPr lang="en-US" sz="1800" dirty="0">
                <a:solidFill>
                  <a:schemeClr val="dk1"/>
                </a:solidFill>
              </a:rPr>
            </a:br>
            <a:r>
              <a:rPr lang="en-US" sz="1200" dirty="0" err="1">
                <a:solidFill>
                  <a:schemeClr val="dk1"/>
                </a:solidFill>
              </a:rPr>
              <a:t>Proiectare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si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dezvoltare</a:t>
            </a:r>
            <a:r>
              <a:rPr lang="en-US" sz="1200" dirty="0">
                <a:solidFill>
                  <a:schemeClr val="dk1"/>
                </a:solidFill>
              </a:rPr>
              <a:t> We</a:t>
            </a:r>
            <a:r>
              <a:rPr lang="ro-MD" sz="1200" dirty="0">
                <a:solidFill>
                  <a:schemeClr val="dk1"/>
                </a:solidFill>
              </a:rPr>
              <a:t>b</a:t>
            </a:r>
            <a:endParaRPr lang="en-US" sz="1200" dirty="0">
              <a:solidFill>
                <a:schemeClr val="dk1"/>
              </a:solidFill>
            </a:endParaRPr>
          </a:p>
          <a:p>
            <a:r>
              <a:rPr lang="en-US" sz="1200" dirty="0" err="1">
                <a:solidFill>
                  <a:schemeClr val="dk1"/>
                </a:solidFill>
              </a:rPr>
              <a:t>WebFoxes</a:t>
            </a:r>
            <a:r>
              <a:rPr lang="en-US" sz="1200" dirty="0">
                <a:solidFill>
                  <a:schemeClr val="dk1"/>
                </a:solidFill>
              </a:rPr>
              <a:t> Team</a:t>
            </a:r>
            <a:endParaRPr lang="en-US" sz="4000" dirty="0">
              <a:solidFill>
                <a:schemeClr val="accent6"/>
              </a:solidFill>
            </a:endParaRPr>
          </a:p>
        </p:txBody>
      </p:sp>
      <p:sp>
        <p:nvSpPr>
          <p:cNvPr id="5" name="Google Shape;1430;p74">
            <a:extLst>
              <a:ext uri="{FF2B5EF4-FFF2-40B4-BE49-F238E27FC236}">
                <a16:creationId xmlns:a16="http://schemas.microsoft.com/office/drawing/2014/main" id="{855B3549-CD13-5B7C-4395-D6578B39B1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45822" y="2742412"/>
            <a:ext cx="3311400" cy="121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400" b="1" dirty="0"/>
              <a:t>IP Colegiul Iulia </a:t>
            </a:r>
            <a:r>
              <a:rPr lang="ro-MD" sz="1400" b="1" dirty="0" err="1"/>
              <a:t>Hasdeu</a:t>
            </a:r>
            <a:r>
              <a:rPr lang="ro-MD" sz="1400" b="1" dirty="0"/>
              <a:t> din Cahul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1400" dirty="0"/>
              <a:t>Elevi</a:t>
            </a:r>
            <a:r>
              <a:rPr lang="en-US" sz="1400" dirty="0"/>
              <a:t>: </a:t>
            </a:r>
            <a:r>
              <a:rPr lang="en-US" sz="1400" dirty="0" err="1"/>
              <a:t>Apareci</a:t>
            </a:r>
            <a:r>
              <a:rPr lang="en-US" sz="1400" dirty="0"/>
              <a:t> Aurica </a:t>
            </a:r>
            <a:r>
              <a:rPr lang="en-US" sz="1400" dirty="0" err="1"/>
              <a:t>Babaianu</a:t>
            </a:r>
            <a:r>
              <a:rPr lang="en-US" sz="1400" dirty="0"/>
              <a:t> </a:t>
            </a:r>
            <a:r>
              <a:rPr lang="en-US" sz="1400" dirty="0" err="1"/>
              <a:t>Savelie</a:t>
            </a:r>
            <a:endParaRPr lang="en-US" sz="14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 err="1"/>
              <a:t>Profesor</a:t>
            </a:r>
            <a:r>
              <a:rPr lang="en-US" sz="1400" dirty="0"/>
              <a:t> </a:t>
            </a:r>
            <a:r>
              <a:rPr lang="en-US" sz="1400" dirty="0" err="1"/>
              <a:t>coordonator</a:t>
            </a:r>
            <a:r>
              <a:rPr lang="en-US" sz="1400" dirty="0"/>
              <a:t>: </a:t>
            </a:r>
            <a:r>
              <a:rPr lang="en-US" sz="1400" dirty="0" err="1"/>
              <a:t>Padure</a:t>
            </a:r>
            <a:r>
              <a:rPr lang="en-US" sz="1400" dirty="0"/>
              <a:t> Gheorghe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u este disponibilă nicio descriere pentru fotografie.">
            <a:extLst>
              <a:ext uri="{FF2B5EF4-FFF2-40B4-BE49-F238E27FC236}">
                <a16:creationId xmlns:a16="http://schemas.microsoft.com/office/drawing/2014/main" id="{9694158E-B9C4-80F5-0A31-348A9776A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0"/>
            <a:ext cx="771683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2880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846DCA-E470-8626-448E-A56CF1A8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171" y="1670998"/>
            <a:ext cx="3900412" cy="18015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3F41F-1897-22D8-12CD-D8A6FA429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293" y="2834640"/>
            <a:ext cx="1417320" cy="1889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5BAE1-69DF-CD75-B9BE-1B44314FF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2293" y="635725"/>
            <a:ext cx="1417321" cy="21266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BC978D-0D39-E344-6456-E2B59912E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460" y="635725"/>
            <a:ext cx="1417321" cy="2519681"/>
          </a:xfrm>
          <a:prstGeom prst="rect">
            <a:avLst/>
          </a:prstGeom>
        </p:spPr>
      </p:pic>
      <p:pic>
        <p:nvPicPr>
          <p:cNvPr id="1026" name="Picture 2" descr="Ar putea fi o imagine cu 1 persoană şi zâmbind">
            <a:extLst>
              <a:ext uri="{FF2B5EF4-FFF2-40B4-BE49-F238E27FC236}">
                <a16:creationId xmlns:a16="http://schemas.microsoft.com/office/drawing/2014/main" id="{22BDD273-BE88-9658-01EF-7E81825BB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460" y="3238267"/>
            <a:ext cx="1115059" cy="148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1206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846DCA-E470-8626-448E-A56CF1A8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269" y="924223"/>
            <a:ext cx="1918361" cy="8860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3F41F-1897-22D8-12CD-D8A6FA429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24223"/>
            <a:ext cx="2651760" cy="3535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5BAE1-69DF-CD75-B9BE-1B44314FF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086" y="1852773"/>
            <a:ext cx="1737544" cy="2607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BC978D-0D39-E344-6456-E2B59912E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662" y="922020"/>
            <a:ext cx="1115059" cy="1982327"/>
          </a:xfrm>
          <a:prstGeom prst="rect">
            <a:avLst/>
          </a:prstGeom>
        </p:spPr>
      </p:pic>
      <p:pic>
        <p:nvPicPr>
          <p:cNvPr id="2" name="Picture 2" descr="Ar putea fi o imagine cu 1 persoană şi zâmbind">
            <a:extLst>
              <a:ext uri="{FF2B5EF4-FFF2-40B4-BE49-F238E27FC236}">
                <a16:creationId xmlns:a16="http://schemas.microsoft.com/office/drawing/2014/main" id="{E51D6526-283C-CF06-77BA-1D3673A31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662" y="2973770"/>
            <a:ext cx="1115059" cy="1486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70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846DCA-E470-8626-448E-A56CF1A8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91" y="890994"/>
            <a:ext cx="2570689" cy="1187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3F41F-1897-22D8-12CD-D8A6FA429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052" y="2155346"/>
            <a:ext cx="1745046" cy="23267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5BAE1-69DF-CD75-B9BE-1B44314FF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304" y="874127"/>
            <a:ext cx="2420525" cy="3631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BC978D-0D39-E344-6456-E2B59912E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036" y="874127"/>
            <a:ext cx="975429" cy="1734096"/>
          </a:xfrm>
          <a:prstGeom prst="rect">
            <a:avLst/>
          </a:prstGeom>
        </p:spPr>
      </p:pic>
      <p:pic>
        <p:nvPicPr>
          <p:cNvPr id="2" name="Picture 2" descr="Ar putea fi o imagine cu 1 persoană şi zâmbind">
            <a:extLst>
              <a:ext uri="{FF2B5EF4-FFF2-40B4-BE49-F238E27FC236}">
                <a16:creationId xmlns:a16="http://schemas.microsoft.com/office/drawing/2014/main" id="{C49207E3-35FB-9FED-1DD7-C8E9FF476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036" y="2681397"/>
            <a:ext cx="1357724" cy="180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467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846DCA-E470-8626-448E-A56CF1A8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516" y="981375"/>
            <a:ext cx="2244904" cy="10368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3F41F-1897-22D8-12CD-D8A6FA429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10" y="2086327"/>
            <a:ext cx="1654196" cy="22055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5BAE1-69DF-CD75-B9BE-1B44314FF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234" y="2086327"/>
            <a:ext cx="1466186" cy="2199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BC978D-0D39-E344-6456-E2B59912E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5634" y="2018240"/>
            <a:ext cx="1271585" cy="2260595"/>
          </a:xfrm>
          <a:prstGeom prst="rect">
            <a:avLst/>
          </a:prstGeom>
        </p:spPr>
      </p:pic>
      <p:pic>
        <p:nvPicPr>
          <p:cNvPr id="2" name="Picture 2" descr="Ar putea fi o imagine cu 1 persoană şi zâmbind">
            <a:extLst>
              <a:ext uri="{FF2B5EF4-FFF2-40B4-BE49-F238E27FC236}">
                <a16:creationId xmlns:a16="http://schemas.microsoft.com/office/drawing/2014/main" id="{21A54762-EA53-0063-8C9C-27DDD7D61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2748" y="964250"/>
            <a:ext cx="2492558" cy="332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984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846DCA-E470-8626-448E-A56CF1A8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413" y="1088055"/>
            <a:ext cx="2244904" cy="10368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F3F41F-1897-22D8-12CD-D8A6FA429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70" y="2205343"/>
            <a:ext cx="1249213" cy="1665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5BAE1-69DF-CD75-B9BE-1B44314FF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489" y="2205342"/>
            <a:ext cx="1110065" cy="1665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BC978D-0D39-E344-6456-E2B59912ED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2685" y="435821"/>
            <a:ext cx="2317195" cy="4119457"/>
          </a:xfrm>
          <a:prstGeom prst="rect">
            <a:avLst/>
          </a:prstGeom>
        </p:spPr>
      </p:pic>
      <p:pic>
        <p:nvPicPr>
          <p:cNvPr id="2" name="Picture 2" descr="Ar putea fi o imagine cu 1 persoană şi zâmbind">
            <a:extLst>
              <a:ext uri="{FF2B5EF4-FFF2-40B4-BE49-F238E27FC236}">
                <a16:creationId xmlns:a16="http://schemas.microsoft.com/office/drawing/2014/main" id="{21A54762-EA53-0063-8C9C-27DDD7D61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060" y="2205342"/>
            <a:ext cx="1249727" cy="166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846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87"/>
          <p:cNvSpPr txBox="1">
            <a:spLocks noGrp="1"/>
          </p:cNvSpPr>
          <p:nvPr>
            <p:ph type="title"/>
          </p:nvPr>
        </p:nvSpPr>
        <p:spPr>
          <a:xfrm>
            <a:off x="676823" y="135193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2400" dirty="0"/>
              <a:t>Scop și Viziune</a:t>
            </a:r>
            <a:endParaRPr sz="2400" dirty="0"/>
          </a:p>
        </p:txBody>
      </p:sp>
      <p:grpSp>
        <p:nvGrpSpPr>
          <p:cNvPr id="2229" name="Google Shape;2229;p87"/>
          <p:cNvGrpSpPr/>
          <p:nvPr/>
        </p:nvGrpSpPr>
        <p:grpSpPr>
          <a:xfrm>
            <a:off x="3011608" y="1909851"/>
            <a:ext cx="3228612" cy="1802793"/>
            <a:chOff x="441400" y="442800"/>
            <a:chExt cx="6938775" cy="3874475"/>
          </a:xfrm>
        </p:grpSpPr>
        <p:sp>
          <p:nvSpPr>
            <p:cNvPr id="2230" name="Google Shape;2230;p87"/>
            <p:cNvSpPr/>
            <p:nvPr/>
          </p:nvSpPr>
          <p:spPr>
            <a:xfrm>
              <a:off x="1060525" y="442800"/>
              <a:ext cx="5680025" cy="3658500"/>
            </a:xfrm>
            <a:custGeom>
              <a:avLst/>
              <a:gdLst/>
              <a:ahLst/>
              <a:cxnLst/>
              <a:rect l="l" t="t" r="r" b="b"/>
              <a:pathLst>
                <a:path w="227201" h="146340" extrusionOk="0">
                  <a:moveTo>
                    <a:pt x="3616" y="0"/>
                  </a:moveTo>
                  <a:cubicBezTo>
                    <a:pt x="1622" y="0"/>
                    <a:pt x="0" y="1623"/>
                    <a:pt x="0" y="3617"/>
                  </a:cubicBezTo>
                  <a:lnTo>
                    <a:pt x="0" y="142723"/>
                  </a:lnTo>
                  <a:cubicBezTo>
                    <a:pt x="0" y="144717"/>
                    <a:pt x="1622" y="146340"/>
                    <a:pt x="3616" y="146340"/>
                  </a:cubicBezTo>
                  <a:lnTo>
                    <a:pt x="223584" y="146340"/>
                  </a:lnTo>
                  <a:cubicBezTo>
                    <a:pt x="225577" y="146340"/>
                    <a:pt x="227201" y="144717"/>
                    <a:pt x="227201" y="142723"/>
                  </a:cubicBezTo>
                  <a:lnTo>
                    <a:pt x="227201" y="3617"/>
                  </a:lnTo>
                  <a:cubicBezTo>
                    <a:pt x="227201" y="1623"/>
                    <a:pt x="225577" y="0"/>
                    <a:pt x="223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87"/>
            <p:cNvSpPr/>
            <p:nvPr/>
          </p:nvSpPr>
          <p:spPr>
            <a:xfrm>
              <a:off x="1060525" y="1138150"/>
              <a:ext cx="5680025" cy="2963150"/>
            </a:xfrm>
            <a:custGeom>
              <a:avLst/>
              <a:gdLst/>
              <a:ahLst/>
              <a:cxnLst/>
              <a:rect l="l" t="t" r="r" b="b"/>
              <a:pathLst>
                <a:path w="227201" h="118526" extrusionOk="0">
                  <a:moveTo>
                    <a:pt x="0" y="0"/>
                  </a:moveTo>
                  <a:lnTo>
                    <a:pt x="0" y="114909"/>
                  </a:lnTo>
                  <a:cubicBezTo>
                    <a:pt x="0" y="116903"/>
                    <a:pt x="1622" y="118526"/>
                    <a:pt x="3616" y="118526"/>
                  </a:cubicBezTo>
                  <a:lnTo>
                    <a:pt x="223584" y="118526"/>
                  </a:lnTo>
                  <a:cubicBezTo>
                    <a:pt x="225577" y="118526"/>
                    <a:pt x="227201" y="116903"/>
                    <a:pt x="227201" y="114909"/>
                  </a:cubicBezTo>
                  <a:lnTo>
                    <a:pt x="2272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87"/>
            <p:cNvSpPr/>
            <p:nvPr/>
          </p:nvSpPr>
          <p:spPr>
            <a:xfrm>
              <a:off x="4965250" y="1499225"/>
              <a:ext cx="1491375" cy="2135925"/>
            </a:xfrm>
            <a:custGeom>
              <a:avLst/>
              <a:gdLst/>
              <a:ahLst/>
              <a:cxnLst/>
              <a:rect l="l" t="t" r="r" b="b"/>
              <a:pathLst>
                <a:path w="59655" h="85437" extrusionOk="0">
                  <a:moveTo>
                    <a:pt x="1194" y="1"/>
                  </a:moveTo>
                  <a:cubicBezTo>
                    <a:pt x="529" y="1"/>
                    <a:pt x="1" y="548"/>
                    <a:pt x="1" y="1194"/>
                  </a:cubicBezTo>
                  <a:lnTo>
                    <a:pt x="1" y="84224"/>
                  </a:lnTo>
                  <a:cubicBezTo>
                    <a:pt x="1" y="84889"/>
                    <a:pt x="529" y="85436"/>
                    <a:pt x="1194" y="85436"/>
                  </a:cubicBezTo>
                  <a:lnTo>
                    <a:pt x="58463" y="85436"/>
                  </a:lnTo>
                  <a:cubicBezTo>
                    <a:pt x="59128" y="85436"/>
                    <a:pt x="59655" y="84889"/>
                    <a:pt x="59655" y="84224"/>
                  </a:cubicBezTo>
                  <a:lnTo>
                    <a:pt x="59655" y="1194"/>
                  </a:lnTo>
                  <a:cubicBezTo>
                    <a:pt x="59655" y="548"/>
                    <a:pt x="59128" y="1"/>
                    <a:pt x="58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87"/>
            <p:cNvSpPr/>
            <p:nvPr/>
          </p:nvSpPr>
          <p:spPr>
            <a:xfrm>
              <a:off x="5163175" y="2777525"/>
              <a:ext cx="1096050" cy="76750"/>
            </a:xfrm>
            <a:custGeom>
              <a:avLst/>
              <a:gdLst/>
              <a:ahLst/>
              <a:cxnLst/>
              <a:rect l="l" t="t" r="r" b="b"/>
              <a:pathLst>
                <a:path w="43842" h="3070" extrusionOk="0">
                  <a:moveTo>
                    <a:pt x="1525" y="1"/>
                  </a:moveTo>
                  <a:cubicBezTo>
                    <a:pt x="684" y="1"/>
                    <a:pt x="1" y="685"/>
                    <a:pt x="1" y="1525"/>
                  </a:cubicBezTo>
                  <a:cubicBezTo>
                    <a:pt x="1" y="2385"/>
                    <a:pt x="684" y="3070"/>
                    <a:pt x="1525" y="3070"/>
                  </a:cubicBezTo>
                  <a:lnTo>
                    <a:pt x="42298" y="3070"/>
                  </a:lnTo>
                  <a:cubicBezTo>
                    <a:pt x="43138" y="3070"/>
                    <a:pt x="43841" y="2385"/>
                    <a:pt x="43841" y="1525"/>
                  </a:cubicBezTo>
                  <a:cubicBezTo>
                    <a:pt x="43841" y="685"/>
                    <a:pt x="43138" y="1"/>
                    <a:pt x="42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87"/>
            <p:cNvSpPr/>
            <p:nvPr/>
          </p:nvSpPr>
          <p:spPr>
            <a:xfrm>
              <a:off x="5163175" y="3363425"/>
              <a:ext cx="520925" cy="77225"/>
            </a:xfrm>
            <a:custGeom>
              <a:avLst/>
              <a:gdLst/>
              <a:ahLst/>
              <a:cxnLst/>
              <a:rect l="l" t="t" r="r" b="b"/>
              <a:pathLst>
                <a:path w="20837" h="3089" extrusionOk="0">
                  <a:moveTo>
                    <a:pt x="1525" y="1"/>
                  </a:moveTo>
                  <a:cubicBezTo>
                    <a:pt x="684" y="1"/>
                    <a:pt x="1" y="684"/>
                    <a:pt x="1" y="1544"/>
                  </a:cubicBezTo>
                  <a:cubicBezTo>
                    <a:pt x="1" y="2385"/>
                    <a:pt x="684" y="3089"/>
                    <a:pt x="1525" y="3089"/>
                  </a:cubicBezTo>
                  <a:lnTo>
                    <a:pt x="19292" y="3089"/>
                  </a:lnTo>
                  <a:cubicBezTo>
                    <a:pt x="20152" y="3089"/>
                    <a:pt x="20837" y="2385"/>
                    <a:pt x="20837" y="1544"/>
                  </a:cubicBezTo>
                  <a:cubicBezTo>
                    <a:pt x="20837" y="684"/>
                    <a:pt x="20152" y="1"/>
                    <a:pt x="192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87"/>
            <p:cNvSpPr/>
            <p:nvPr/>
          </p:nvSpPr>
          <p:spPr>
            <a:xfrm>
              <a:off x="5163175" y="2972525"/>
              <a:ext cx="1096050" cy="77225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3"/>
                  </a:cubicBezTo>
                  <a:cubicBezTo>
                    <a:pt x="1" y="2403"/>
                    <a:pt x="684" y="3088"/>
                    <a:pt x="1525" y="3088"/>
                  </a:cubicBezTo>
                  <a:lnTo>
                    <a:pt x="42298" y="3088"/>
                  </a:lnTo>
                  <a:cubicBezTo>
                    <a:pt x="43138" y="3088"/>
                    <a:pt x="43841" y="2403"/>
                    <a:pt x="43841" y="1543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87"/>
            <p:cNvSpPr/>
            <p:nvPr/>
          </p:nvSpPr>
          <p:spPr>
            <a:xfrm>
              <a:off x="5163175" y="3167975"/>
              <a:ext cx="1096050" cy="77225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4"/>
                  </a:cubicBezTo>
                  <a:cubicBezTo>
                    <a:pt x="1" y="2404"/>
                    <a:pt x="684" y="3089"/>
                    <a:pt x="1525" y="3089"/>
                  </a:cubicBezTo>
                  <a:lnTo>
                    <a:pt x="42298" y="3089"/>
                  </a:lnTo>
                  <a:cubicBezTo>
                    <a:pt x="43138" y="3089"/>
                    <a:pt x="43841" y="2404"/>
                    <a:pt x="43841" y="1544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87"/>
            <p:cNvSpPr/>
            <p:nvPr/>
          </p:nvSpPr>
          <p:spPr>
            <a:xfrm>
              <a:off x="5032225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0" y="644"/>
                    <a:pt x="0" y="1447"/>
                  </a:cubicBezTo>
                  <a:cubicBezTo>
                    <a:pt x="0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87"/>
            <p:cNvSpPr/>
            <p:nvPr/>
          </p:nvSpPr>
          <p:spPr>
            <a:xfrm>
              <a:off x="5176350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7" y="0"/>
                    <a:pt x="1" y="644"/>
                    <a:pt x="1" y="1447"/>
                  </a:cubicBezTo>
                  <a:cubicBezTo>
                    <a:pt x="1" y="2247"/>
                    <a:pt x="647" y="2893"/>
                    <a:pt x="1447" y="2893"/>
                  </a:cubicBezTo>
                  <a:cubicBezTo>
                    <a:pt x="2249" y="2893"/>
                    <a:pt x="2893" y="2247"/>
                    <a:pt x="2893" y="1447"/>
                  </a:cubicBezTo>
                  <a:cubicBezTo>
                    <a:pt x="2893" y="644"/>
                    <a:pt x="2249" y="0"/>
                    <a:pt x="14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87"/>
            <p:cNvSpPr/>
            <p:nvPr/>
          </p:nvSpPr>
          <p:spPr>
            <a:xfrm>
              <a:off x="5320525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1" y="644"/>
                    <a:pt x="1" y="1447"/>
                  </a:cubicBezTo>
                  <a:cubicBezTo>
                    <a:pt x="1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87"/>
            <p:cNvSpPr/>
            <p:nvPr/>
          </p:nvSpPr>
          <p:spPr>
            <a:xfrm>
              <a:off x="5032225" y="1682975"/>
              <a:ext cx="1357475" cy="936775"/>
            </a:xfrm>
            <a:custGeom>
              <a:avLst/>
              <a:gdLst/>
              <a:ahLst/>
              <a:cxnLst/>
              <a:rect l="l" t="t" r="r" b="b"/>
              <a:pathLst>
                <a:path w="54299" h="37471" extrusionOk="0">
                  <a:moveTo>
                    <a:pt x="54260" y="0"/>
                  </a:moveTo>
                  <a:lnTo>
                    <a:pt x="0" y="39"/>
                  </a:lnTo>
                  <a:lnTo>
                    <a:pt x="40" y="37470"/>
                  </a:lnTo>
                  <a:lnTo>
                    <a:pt x="54299" y="37450"/>
                  </a:lnTo>
                  <a:lnTo>
                    <a:pt x="54260" y="0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87"/>
            <p:cNvSpPr/>
            <p:nvPr/>
          </p:nvSpPr>
          <p:spPr>
            <a:xfrm>
              <a:off x="5032700" y="1795850"/>
              <a:ext cx="1357000" cy="823900"/>
            </a:xfrm>
            <a:custGeom>
              <a:avLst/>
              <a:gdLst/>
              <a:ahLst/>
              <a:cxnLst/>
              <a:rect l="l" t="t" r="r" b="b"/>
              <a:pathLst>
                <a:path w="54280" h="32956" extrusionOk="0">
                  <a:moveTo>
                    <a:pt x="11592" y="1"/>
                  </a:moveTo>
                  <a:lnTo>
                    <a:pt x="0" y="12197"/>
                  </a:lnTo>
                  <a:lnTo>
                    <a:pt x="21" y="32955"/>
                  </a:lnTo>
                  <a:lnTo>
                    <a:pt x="54280" y="32935"/>
                  </a:lnTo>
                  <a:lnTo>
                    <a:pt x="54280" y="22927"/>
                  </a:lnTo>
                  <a:lnTo>
                    <a:pt x="46285" y="14523"/>
                  </a:lnTo>
                  <a:lnTo>
                    <a:pt x="35847" y="25507"/>
                  </a:lnTo>
                  <a:lnTo>
                    <a:pt x="34968" y="24569"/>
                  </a:lnTo>
                  <a:lnTo>
                    <a:pt x="115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87"/>
            <p:cNvSpPr/>
            <p:nvPr/>
          </p:nvSpPr>
          <p:spPr>
            <a:xfrm>
              <a:off x="5778375" y="1865250"/>
              <a:ext cx="285375" cy="285400"/>
            </a:xfrm>
            <a:custGeom>
              <a:avLst/>
              <a:gdLst/>
              <a:ahLst/>
              <a:cxnLst/>
              <a:rect l="l" t="t" r="r" b="b"/>
              <a:pathLst>
                <a:path w="11415" h="11416" extrusionOk="0">
                  <a:moveTo>
                    <a:pt x="5707" y="0"/>
                  </a:moveTo>
                  <a:cubicBezTo>
                    <a:pt x="2561" y="0"/>
                    <a:pt x="0" y="2560"/>
                    <a:pt x="0" y="5708"/>
                  </a:cubicBezTo>
                  <a:cubicBezTo>
                    <a:pt x="0" y="8854"/>
                    <a:pt x="2561" y="11415"/>
                    <a:pt x="5707" y="11415"/>
                  </a:cubicBezTo>
                  <a:cubicBezTo>
                    <a:pt x="8855" y="11415"/>
                    <a:pt x="11415" y="8854"/>
                    <a:pt x="11415" y="5708"/>
                  </a:cubicBezTo>
                  <a:cubicBezTo>
                    <a:pt x="11415" y="2560"/>
                    <a:pt x="8855" y="0"/>
                    <a:pt x="57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87"/>
            <p:cNvSpPr/>
            <p:nvPr/>
          </p:nvSpPr>
          <p:spPr>
            <a:xfrm>
              <a:off x="1308750" y="786800"/>
              <a:ext cx="5184050" cy="200875"/>
            </a:xfrm>
            <a:custGeom>
              <a:avLst/>
              <a:gdLst/>
              <a:ahLst/>
              <a:cxnLst/>
              <a:rect l="l" t="t" r="r" b="b"/>
              <a:pathLst>
                <a:path w="207362" h="8035" extrusionOk="0">
                  <a:moveTo>
                    <a:pt x="4007" y="0"/>
                  </a:moveTo>
                  <a:cubicBezTo>
                    <a:pt x="1799" y="0"/>
                    <a:pt x="1" y="1798"/>
                    <a:pt x="1" y="4008"/>
                  </a:cubicBezTo>
                  <a:cubicBezTo>
                    <a:pt x="1" y="6236"/>
                    <a:pt x="1799" y="8034"/>
                    <a:pt x="4007" y="8034"/>
                  </a:cubicBezTo>
                  <a:lnTo>
                    <a:pt x="203335" y="8034"/>
                  </a:lnTo>
                  <a:cubicBezTo>
                    <a:pt x="205563" y="8034"/>
                    <a:pt x="207361" y="6236"/>
                    <a:pt x="207361" y="4008"/>
                  </a:cubicBezTo>
                  <a:cubicBezTo>
                    <a:pt x="207361" y="1798"/>
                    <a:pt x="205563" y="0"/>
                    <a:pt x="2033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87"/>
            <p:cNvSpPr/>
            <p:nvPr/>
          </p:nvSpPr>
          <p:spPr>
            <a:xfrm>
              <a:off x="1298975" y="575225"/>
              <a:ext cx="91375" cy="9137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87"/>
            <p:cNvSpPr/>
            <p:nvPr/>
          </p:nvSpPr>
          <p:spPr>
            <a:xfrm>
              <a:off x="1481225" y="575225"/>
              <a:ext cx="91425" cy="91375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87"/>
            <p:cNvSpPr/>
            <p:nvPr/>
          </p:nvSpPr>
          <p:spPr>
            <a:xfrm>
              <a:off x="1663500" y="575225"/>
              <a:ext cx="91400" cy="9137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87"/>
            <p:cNvSpPr/>
            <p:nvPr/>
          </p:nvSpPr>
          <p:spPr>
            <a:xfrm>
              <a:off x="1419175" y="858650"/>
              <a:ext cx="2208200" cy="57175"/>
            </a:xfrm>
            <a:custGeom>
              <a:avLst/>
              <a:gdLst/>
              <a:ahLst/>
              <a:cxnLst/>
              <a:rect l="l" t="t" r="r" b="b"/>
              <a:pathLst>
                <a:path w="88328" h="2287" extrusionOk="0">
                  <a:moveTo>
                    <a:pt x="1153" y="0"/>
                  </a:moveTo>
                  <a:cubicBezTo>
                    <a:pt x="509" y="0"/>
                    <a:pt x="1" y="508"/>
                    <a:pt x="1" y="1134"/>
                  </a:cubicBezTo>
                  <a:cubicBezTo>
                    <a:pt x="1" y="1778"/>
                    <a:pt x="509" y="2286"/>
                    <a:pt x="1153" y="2286"/>
                  </a:cubicBezTo>
                  <a:lnTo>
                    <a:pt x="87175" y="2286"/>
                  </a:lnTo>
                  <a:cubicBezTo>
                    <a:pt x="87819" y="2286"/>
                    <a:pt x="88328" y="1778"/>
                    <a:pt x="88328" y="1134"/>
                  </a:cubicBezTo>
                  <a:cubicBezTo>
                    <a:pt x="88328" y="508"/>
                    <a:pt x="87819" y="0"/>
                    <a:pt x="871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87"/>
            <p:cNvSpPr/>
            <p:nvPr/>
          </p:nvSpPr>
          <p:spPr>
            <a:xfrm>
              <a:off x="3772000" y="858650"/>
              <a:ext cx="927000" cy="57175"/>
            </a:xfrm>
            <a:custGeom>
              <a:avLst/>
              <a:gdLst/>
              <a:ahLst/>
              <a:cxnLst/>
              <a:rect l="l" t="t" r="r" b="b"/>
              <a:pathLst>
                <a:path w="37080" h="2287" extrusionOk="0">
                  <a:moveTo>
                    <a:pt x="1154" y="0"/>
                  </a:moveTo>
                  <a:cubicBezTo>
                    <a:pt x="529" y="0"/>
                    <a:pt x="0" y="508"/>
                    <a:pt x="0" y="1134"/>
                  </a:cubicBezTo>
                  <a:cubicBezTo>
                    <a:pt x="0" y="1778"/>
                    <a:pt x="529" y="2286"/>
                    <a:pt x="1154" y="2286"/>
                  </a:cubicBezTo>
                  <a:lnTo>
                    <a:pt x="35925" y="2286"/>
                  </a:lnTo>
                  <a:cubicBezTo>
                    <a:pt x="36551" y="2286"/>
                    <a:pt x="37079" y="1778"/>
                    <a:pt x="37079" y="1134"/>
                  </a:cubicBezTo>
                  <a:cubicBezTo>
                    <a:pt x="37079" y="508"/>
                    <a:pt x="36551" y="0"/>
                    <a:pt x="35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87"/>
            <p:cNvSpPr/>
            <p:nvPr/>
          </p:nvSpPr>
          <p:spPr>
            <a:xfrm>
              <a:off x="778075" y="1489975"/>
              <a:ext cx="2154950" cy="2154425"/>
            </a:xfrm>
            <a:custGeom>
              <a:avLst/>
              <a:gdLst/>
              <a:ahLst/>
              <a:cxnLst/>
              <a:rect l="l" t="t" r="r" b="b"/>
              <a:pathLst>
                <a:path w="86198" h="86177" extrusionOk="0">
                  <a:moveTo>
                    <a:pt x="1583" y="0"/>
                  </a:moveTo>
                  <a:cubicBezTo>
                    <a:pt x="705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5" y="86177"/>
                    <a:pt x="1583" y="86177"/>
                  </a:cubicBezTo>
                  <a:lnTo>
                    <a:pt x="84614" y="86177"/>
                  </a:lnTo>
                  <a:cubicBezTo>
                    <a:pt x="85494" y="86177"/>
                    <a:pt x="86198" y="85473"/>
                    <a:pt x="86198" y="84594"/>
                  </a:cubicBezTo>
                  <a:lnTo>
                    <a:pt x="86198" y="1564"/>
                  </a:lnTo>
                  <a:cubicBezTo>
                    <a:pt x="86198" y="704"/>
                    <a:pt x="85494" y="0"/>
                    <a:pt x="846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87"/>
            <p:cNvSpPr/>
            <p:nvPr/>
          </p:nvSpPr>
          <p:spPr>
            <a:xfrm>
              <a:off x="816675" y="2619725"/>
              <a:ext cx="2077725" cy="986575"/>
            </a:xfrm>
            <a:custGeom>
              <a:avLst/>
              <a:gdLst/>
              <a:ahLst/>
              <a:cxnLst/>
              <a:rect l="l" t="t" r="r" b="b"/>
              <a:pathLst>
                <a:path w="83109" h="39463" extrusionOk="0">
                  <a:moveTo>
                    <a:pt x="83070" y="0"/>
                  </a:moveTo>
                  <a:lnTo>
                    <a:pt x="0" y="19"/>
                  </a:lnTo>
                  <a:lnTo>
                    <a:pt x="39" y="39462"/>
                  </a:lnTo>
                  <a:lnTo>
                    <a:pt x="83070" y="39462"/>
                  </a:lnTo>
                  <a:lnTo>
                    <a:pt x="83109" y="39443"/>
                  </a:lnTo>
                  <a:lnTo>
                    <a:pt x="830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87"/>
            <p:cNvSpPr/>
            <p:nvPr/>
          </p:nvSpPr>
          <p:spPr>
            <a:xfrm>
              <a:off x="816675" y="1528075"/>
              <a:ext cx="2076750" cy="1091675"/>
            </a:xfrm>
            <a:custGeom>
              <a:avLst/>
              <a:gdLst/>
              <a:ahLst/>
              <a:cxnLst/>
              <a:rect l="l" t="t" r="r" b="b"/>
              <a:pathLst>
                <a:path w="83070" h="43667" extrusionOk="0">
                  <a:moveTo>
                    <a:pt x="83070" y="1"/>
                  </a:moveTo>
                  <a:lnTo>
                    <a:pt x="0" y="40"/>
                  </a:lnTo>
                  <a:lnTo>
                    <a:pt x="39" y="43666"/>
                  </a:lnTo>
                  <a:lnTo>
                    <a:pt x="83070" y="43666"/>
                  </a:lnTo>
                  <a:lnTo>
                    <a:pt x="83070" y="1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87"/>
            <p:cNvSpPr/>
            <p:nvPr/>
          </p:nvSpPr>
          <p:spPr>
            <a:xfrm>
              <a:off x="1741175" y="1781200"/>
              <a:ext cx="414900" cy="576625"/>
            </a:xfrm>
            <a:custGeom>
              <a:avLst/>
              <a:gdLst/>
              <a:ahLst/>
              <a:cxnLst/>
              <a:rect l="l" t="t" r="r" b="b"/>
              <a:pathLst>
                <a:path w="16596" h="23065" extrusionOk="0">
                  <a:moveTo>
                    <a:pt x="6862" y="1"/>
                  </a:moveTo>
                  <a:cubicBezTo>
                    <a:pt x="6198" y="1"/>
                    <a:pt x="5650" y="548"/>
                    <a:pt x="5650" y="1231"/>
                  </a:cubicBezTo>
                  <a:lnTo>
                    <a:pt x="5650" y="3402"/>
                  </a:lnTo>
                  <a:lnTo>
                    <a:pt x="157" y="10574"/>
                  </a:lnTo>
                  <a:cubicBezTo>
                    <a:pt x="40" y="10712"/>
                    <a:pt x="1" y="10868"/>
                    <a:pt x="1" y="11024"/>
                  </a:cubicBezTo>
                  <a:lnTo>
                    <a:pt x="1" y="22322"/>
                  </a:lnTo>
                  <a:cubicBezTo>
                    <a:pt x="1" y="22731"/>
                    <a:pt x="334" y="23065"/>
                    <a:pt x="744" y="23065"/>
                  </a:cubicBezTo>
                  <a:lnTo>
                    <a:pt x="13430" y="23065"/>
                  </a:lnTo>
                  <a:cubicBezTo>
                    <a:pt x="14329" y="23065"/>
                    <a:pt x="15051" y="22341"/>
                    <a:pt x="15051" y="21441"/>
                  </a:cubicBezTo>
                  <a:cubicBezTo>
                    <a:pt x="15051" y="20542"/>
                    <a:pt x="14329" y="19820"/>
                    <a:pt x="13430" y="19820"/>
                  </a:cubicBezTo>
                  <a:lnTo>
                    <a:pt x="14035" y="19820"/>
                  </a:lnTo>
                  <a:cubicBezTo>
                    <a:pt x="15012" y="19820"/>
                    <a:pt x="15794" y="19018"/>
                    <a:pt x="15794" y="18040"/>
                  </a:cubicBezTo>
                  <a:cubicBezTo>
                    <a:pt x="15794" y="17084"/>
                    <a:pt x="15012" y="16281"/>
                    <a:pt x="14035" y="16281"/>
                  </a:cubicBezTo>
                  <a:lnTo>
                    <a:pt x="14368" y="16281"/>
                  </a:lnTo>
                  <a:cubicBezTo>
                    <a:pt x="15384" y="16281"/>
                    <a:pt x="16205" y="15460"/>
                    <a:pt x="16205" y="14444"/>
                  </a:cubicBezTo>
                  <a:cubicBezTo>
                    <a:pt x="16205" y="13428"/>
                    <a:pt x="15384" y="12607"/>
                    <a:pt x="14368" y="12607"/>
                  </a:cubicBezTo>
                  <a:lnTo>
                    <a:pt x="14681" y="12607"/>
                  </a:lnTo>
                  <a:cubicBezTo>
                    <a:pt x="15736" y="12607"/>
                    <a:pt x="16596" y="11747"/>
                    <a:pt x="16596" y="10691"/>
                  </a:cubicBezTo>
                  <a:cubicBezTo>
                    <a:pt x="16596" y="9636"/>
                    <a:pt x="15736" y="8776"/>
                    <a:pt x="14681" y="8776"/>
                  </a:cubicBezTo>
                  <a:lnTo>
                    <a:pt x="7819" y="8776"/>
                  </a:lnTo>
                  <a:cubicBezTo>
                    <a:pt x="8836" y="7193"/>
                    <a:pt x="9383" y="5336"/>
                    <a:pt x="9383" y="3459"/>
                  </a:cubicBezTo>
                  <a:lnTo>
                    <a:pt x="9383" y="2521"/>
                  </a:lnTo>
                  <a:cubicBezTo>
                    <a:pt x="9383" y="1134"/>
                    <a:pt x="8249" y="1"/>
                    <a:pt x="6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87"/>
            <p:cNvSpPr/>
            <p:nvPr/>
          </p:nvSpPr>
          <p:spPr>
            <a:xfrm>
              <a:off x="1555025" y="2032375"/>
              <a:ext cx="157375" cy="372350"/>
            </a:xfrm>
            <a:custGeom>
              <a:avLst/>
              <a:gdLst/>
              <a:ahLst/>
              <a:cxnLst/>
              <a:rect l="l" t="t" r="r" b="b"/>
              <a:pathLst>
                <a:path w="6295" h="14894" extrusionOk="0">
                  <a:moveTo>
                    <a:pt x="997" y="0"/>
                  </a:moveTo>
                  <a:cubicBezTo>
                    <a:pt x="449" y="0"/>
                    <a:pt x="1" y="430"/>
                    <a:pt x="1" y="977"/>
                  </a:cubicBezTo>
                  <a:lnTo>
                    <a:pt x="1" y="13896"/>
                  </a:lnTo>
                  <a:cubicBezTo>
                    <a:pt x="1" y="14444"/>
                    <a:pt x="449" y="14894"/>
                    <a:pt x="997" y="14894"/>
                  </a:cubicBezTo>
                  <a:lnTo>
                    <a:pt x="5297" y="14894"/>
                  </a:lnTo>
                  <a:cubicBezTo>
                    <a:pt x="5844" y="14894"/>
                    <a:pt x="6294" y="14444"/>
                    <a:pt x="6294" y="13896"/>
                  </a:cubicBezTo>
                  <a:lnTo>
                    <a:pt x="6294" y="977"/>
                  </a:lnTo>
                  <a:cubicBezTo>
                    <a:pt x="6294" y="430"/>
                    <a:pt x="5844" y="0"/>
                    <a:pt x="5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87"/>
            <p:cNvSpPr/>
            <p:nvPr/>
          </p:nvSpPr>
          <p:spPr>
            <a:xfrm>
              <a:off x="1246200" y="2803450"/>
              <a:ext cx="130475" cy="1304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66"/>
                    <a:pt x="1173" y="5218"/>
                    <a:pt x="2600" y="5218"/>
                  </a:cubicBezTo>
                  <a:cubicBezTo>
                    <a:pt x="4046" y="5218"/>
                    <a:pt x="5219" y="4066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87"/>
            <p:cNvSpPr/>
            <p:nvPr/>
          </p:nvSpPr>
          <p:spPr>
            <a:xfrm>
              <a:off x="1246200" y="3047775"/>
              <a:ext cx="130475" cy="1304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45"/>
                    <a:pt x="1173" y="5218"/>
                    <a:pt x="2600" y="5218"/>
                  </a:cubicBezTo>
                  <a:cubicBezTo>
                    <a:pt x="4046" y="5218"/>
                    <a:pt x="5219" y="4045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87"/>
            <p:cNvSpPr/>
            <p:nvPr/>
          </p:nvSpPr>
          <p:spPr>
            <a:xfrm>
              <a:off x="1246200" y="3292075"/>
              <a:ext cx="130475" cy="1304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1"/>
                  </a:moveTo>
                  <a:cubicBezTo>
                    <a:pt x="1173" y="1"/>
                    <a:pt x="1" y="1153"/>
                    <a:pt x="1" y="2600"/>
                  </a:cubicBezTo>
                  <a:cubicBezTo>
                    <a:pt x="1" y="4046"/>
                    <a:pt x="1173" y="5219"/>
                    <a:pt x="2600" y="5219"/>
                  </a:cubicBezTo>
                  <a:cubicBezTo>
                    <a:pt x="4046" y="5219"/>
                    <a:pt x="5219" y="4046"/>
                    <a:pt x="5219" y="2600"/>
                  </a:cubicBezTo>
                  <a:cubicBezTo>
                    <a:pt x="5219" y="1153"/>
                    <a:pt x="4046" y="1"/>
                    <a:pt x="2600" y="1"/>
                  </a:cubicBezTo>
                  <a:close/>
                </a:path>
              </a:pathLst>
            </a:custGeom>
            <a:solidFill>
              <a:srgbClr val="C7A2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87"/>
            <p:cNvSpPr/>
            <p:nvPr/>
          </p:nvSpPr>
          <p:spPr>
            <a:xfrm>
              <a:off x="3188075" y="1489975"/>
              <a:ext cx="1510925" cy="2154425"/>
            </a:xfrm>
            <a:custGeom>
              <a:avLst/>
              <a:gdLst/>
              <a:ahLst/>
              <a:cxnLst/>
              <a:rect l="l" t="t" r="r" b="b"/>
              <a:pathLst>
                <a:path w="60437" h="86177" extrusionOk="0">
                  <a:moveTo>
                    <a:pt x="1583" y="0"/>
                  </a:moveTo>
                  <a:cubicBezTo>
                    <a:pt x="704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4" y="86177"/>
                    <a:pt x="1583" y="86177"/>
                  </a:cubicBezTo>
                  <a:lnTo>
                    <a:pt x="58852" y="86177"/>
                  </a:lnTo>
                  <a:cubicBezTo>
                    <a:pt x="59712" y="86177"/>
                    <a:pt x="60436" y="85473"/>
                    <a:pt x="60436" y="84594"/>
                  </a:cubicBezTo>
                  <a:lnTo>
                    <a:pt x="60436" y="1564"/>
                  </a:lnTo>
                  <a:cubicBezTo>
                    <a:pt x="60436" y="704"/>
                    <a:pt x="59712" y="0"/>
                    <a:pt x="588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87"/>
            <p:cNvSpPr/>
            <p:nvPr/>
          </p:nvSpPr>
          <p:spPr>
            <a:xfrm>
              <a:off x="3264775" y="1682975"/>
              <a:ext cx="1357475" cy="936775"/>
            </a:xfrm>
            <a:custGeom>
              <a:avLst/>
              <a:gdLst/>
              <a:ahLst/>
              <a:cxnLst/>
              <a:rect l="l" t="t" r="r" b="b"/>
              <a:pathLst>
                <a:path w="54299" h="37471" extrusionOk="0">
                  <a:moveTo>
                    <a:pt x="54241" y="0"/>
                  </a:moveTo>
                  <a:lnTo>
                    <a:pt x="1" y="39"/>
                  </a:lnTo>
                  <a:lnTo>
                    <a:pt x="40" y="37470"/>
                  </a:lnTo>
                  <a:lnTo>
                    <a:pt x="54299" y="37450"/>
                  </a:lnTo>
                  <a:lnTo>
                    <a:pt x="542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87"/>
            <p:cNvSpPr/>
            <p:nvPr/>
          </p:nvSpPr>
          <p:spPr>
            <a:xfrm>
              <a:off x="3638600" y="1827600"/>
              <a:ext cx="618650" cy="618650"/>
            </a:xfrm>
            <a:custGeom>
              <a:avLst/>
              <a:gdLst/>
              <a:ahLst/>
              <a:cxnLst/>
              <a:rect l="l" t="t" r="r" b="b"/>
              <a:pathLst>
                <a:path w="24746" h="24746" extrusionOk="0">
                  <a:moveTo>
                    <a:pt x="12373" y="1"/>
                  </a:moveTo>
                  <a:cubicBezTo>
                    <a:pt x="5552" y="1"/>
                    <a:pt x="1" y="5552"/>
                    <a:pt x="1" y="12374"/>
                  </a:cubicBezTo>
                  <a:cubicBezTo>
                    <a:pt x="1" y="19195"/>
                    <a:pt x="5552" y="24746"/>
                    <a:pt x="12373" y="24746"/>
                  </a:cubicBezTo>
                  <a:cubicBezTo>
                    <a:pt x="19195" y="24746"/>
                    <a:pt x="24746" y="19195"/>
                    <a:pt x="24746" y="12374"/>
                  </a:cubicBezTo>
                  <a:cubicBezTo>
                    <a:pt x="24746" y="5552"/>
                    <a:pt x="19195" y="1"/>
                    <a:pt x="123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87"/>
            <p:cNvSpPr/>
            <p:nvPr/>
          </p:nvSpPr>
          <p:spPr>
            <a:xfrm>
              <a:off x="3395275" y="2777525"/>
              <a:ext cx="1096025" cy="76750"/>
            </a:xfrm>
            <a:custGeom>
              <a:avLst/>
              <a:gdLst/>
              <a:ahLst/>
              <a:cxnLst/>
              <a:rect l="l" t="t" r="r" b="b"/>
              <a:pathLst>
                <a:path w="43841" h="3070" extrusionOk="0">
                  <a:moveTo>
                    <a:pt x="1543" y="1"/>
                  </a:moveTo>
                  <a:cubicBezTo>
                    <a:pt x="683" y="1"/>
                    <a:pt x="0" y="685"/>
                    <a:pt x="0" y="1525"/>
                  </a:cubicBezTo>
                  <a:cubicBezTo>
                    <a:pt x="0" y="2385"/>
                    <a:pt x="683" y="3070"/>
                    <a:pt x="1543" y="3070"/>
                  </a:cubicBezTo>
                  <a:lnTo>
                    <a:pt x="42297" y="3070"/>
                  </a:lnTo>
                  <a:cubicBezTo>
                    <a:pt x="43157" y="3070"/>
                    <a:pt x="43841" y="2385"/>
                    <a:pt x="43841" y="1525"/>
                  </a:cubicBezTo>
                  <a:cubicBezTo>
                    <a:pt x="43841" y="685"/>
                    <a:pt x="43157" y="1"/>
                    <a:pt x="42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87"/>
            <p:cNvSpPr/>
            <p:nvPr/>
          </p:nvSpPr>
          <p:spPr>
            <a:xfrm>
              <a:off x="3395275" y="3363425"/>
              <a:ext cx="521375" cy="77225"/>
            </a:xfrm>
            <a:custGeom>
              <a:avLst/>
              <a:gdLst/>
              <a:ahLst/>
              <a:cxnLst/>
              <a:rect l="l" t="t" r="r" b="b"/>
              <a:pathLst>
                <a:path w="20855" h="3089" extrusionOk="0">
                  <a:moveTo>
                    <a:pt x="1543" y="1"/>
                  </a:moveTo>
                  <a:cubicBezTo>
                    <a:pt x="683" y="1"/>
                    <a:pt x="0" y="684"/>
                    <a:pt x="0" y="1544"/>
                  </a:cubicBezTo>
                  <a:cubicBezTo>
                    <a:pt x="0" y="2385"/>
                    <a:pt x="683" y="3089"/>
                    <a:pt x="1543" y="3089"/>
                  </a:cubicBezTo>
                  <a:lnTo>
                    <a:pt x="19311" y="3089"/>
                  </a:lnTo>
                  <a:cubicBezTo>
                    <a:pt x="20151" y="3089"/>
                    <a:pt x="20855" y="2385"/>
                    <a:pt x="20855" y="1544"/>
                  </a:cubicBezTo>
                  <a:cubicBezTo>
                    <a:pt x="20855" y="684"/>
                    <a:pt x="20151" y="1"/>
                    <a:pt x="193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87"/>
            <p:cNvSpPr/>
            <p:nvPr/>
          </p:nvSpPr>
          <p:spPr>
            <a:xfrm>
              <a:off x="3395275" y="2972525"/>
              <a:ext cx="1096025" cy="77225"/>
            </a:xfrm>
            <a:custGeom>
              <a:avLst/>
              <a:gdLst/>
              <a:ahLst/>
              <a:cxnLst/>
              <a:rect l="l" t="t" r="r" b="b"/>
              <a:pathLst>
                <a:path w="43841" h="3089" extrusionOk="0">
                  <a:moveTo>
                    <a:pt x="1543" y="0"/>
                  </a:moveTo>
                  <a:cubicBezTo>
                    <a:pt x="683" y="0"/>
                    <a:pt x="0" y="704"/>
                    <a:pt x="0" y="1543"/>
                  </a:cubicBezTo>
                  <a:cubicBezTo>
                    <a:pt x="0" y="2403"/>
                    <a:pt x="683" y="3088"/>
                    <a:pt x="1543" y="3088"/>
                  </a:cubicBezTo>
                  <a:lnTo>
                    <a:pt x="42297" y="3088"/>
                  </a:lnTo>
                  <a:cubicBezTo>
                    <a:pt x="43157" y="3088"/>
                    <a:pt x="43841" y="2403"/>
                    <a:pt x="43841" y="1543"/>
                  </a:cubicBezTo>
                  <a:cubicBezTo>
                    <a:pt x="43841" y="704"/>
                    <a:pt x="43157" y="0"/>
                    <a:pt x="42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87"/>
            <p:cNvSpPr/>
            <p:nvPr/>
          </p:nvSpPr>
          <p:spPr>
            <a:xfrm>
              <a:off x="3395275" y="3167975"/>
              <a:ext cx="1096025" cy="77225"/>
            </a:xfrm>
            <a:custGeom>
              <a:avLst/>
              <a:gdLst/>
              <a:ahLst/>
              <a:cxnLst/>
              <a:rect l="l" t="t" r="r" b="b"/>
              <a:pathLst>
                <a:path w="43841" h="3089" extrusionOk="0">
                  <a:moveTo>
                    <a:pt x="1543" y="0"/>
                  </a:moveTo>
                  <a:cubicBezTo>
                    <a:pt x="683" y="0"/>
                    <a:pt x="0" y="704"/>
                    <a:pt x="0" y="1544"/>
                  </a:cubicBezTo>
                  <a:cubicBezTo>
                    <a:pt x="0" y="2404"/>
                    <a:pt x="683" y="3089"/>
                    <a:pt x="1543" y="3089"/>
                  </a:cubicBezTo>
                  <a:lnTo>
                    <a:pt x="42297" y="3089"/>
                  </a:lnTo>
                  <a:cubicBezTo>
                    <a:pt x="43157" y="3089"/>
                    <a:pt x="43841" y="2404"/>
                    <a:pt x="43841" y="1544"/>
                  </a:cubicBezTo>
                  <a:cubicBezTo>
                    <a:pt x="43841" y="704"/>
                    <a:pt x="43157" y="0"/>
                    <a:pt x="42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87"/>
            <p:cNvSpPr/>
            <p:nvPr/>
          </p:nvSpPr>
          <p:spPr>
            <a:xfrm>
              <a:off x="3264775" y="1552525"/>
              <a:ext cx="71875" cy="72325"/>
            </a:xfrm>
            <a:custGeom>
              <a:avLst/>
              <a:gdLst/>
              <a:ahLst/>
              <a:cxnLst/>
              <a:rect l="l" t="t" r="r" b="b"/>
              <a:pathLst>
                <a:path w="2875" h="2893" extrusionOk="0">
                  <a:moveTo>
                    <a:pt x="1428" y="0"/>
                  </a:moveTo>
                  <a:cubicBezTo>
                    <a:pt x="646" y="0"/>
                    <a:pt x="1" y="644"/>
                    <a:pt x="1" y="1447"/>
                  </a:cubicBezTo>
                  <a:cubicBezTo>
                    <a:pt x="1" y="2247"/>
                    <a:pt x="646" y="2893"/>
                    <a:pt x="1428" y="2893"/>
                  </a:cubicBezTo>
                  <a:cubicBezTo>
                    <a:pt x="2229" y="2893"/>
                    <a:pt x="2875" y="2247"/>
                    <a:pt x="2875" y="1447"/>
                  </a:cubicBezTo>
                  <a:cubicBezTo>
                    <a:pt x="2875" y="644"/>
                    <a:pt x="2229" y="0"/>
                    <a:pt x="14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87"/>
            <p:cNvSpPr/>
            <p:nvPr/>
          </p:nvSpPr>
          <p:spPr>
            <a:xfrm>
              <a:off x="3408450" y="1552525"/>
              <a:ext cx="72325" cy="72325"/>
            </a:xfrm>
            <a:custGeom>
              <a:avLst/>
              <a:gdLst/>
              <a:ahLst/>
              <a:cxnLst/>
              <a:rect l="l" t="t" r="r" b="b"/>
              <a:pathLst>
                <a:path w="2893" h="2893" extrusionOk="0">
                  <a:moveTo>
                    <a:pt x="1446" y="0"/>
                  </a:moveTo>
                  <a:cubicBezTo>
                    <a:pt x="665" y="0"/>
                    <a:pt x="0" y="644"/>
                    <a:pt x="0" y="1447"/>
                  </a:cubicBezTo>
                  <a:cubicBezTo>
                    <a:pt x="0" y="2247"/>
                    <a:pt x="665" y="2893"/>
                    <a:pt x="1446" y="2893"/>
                  </a:cubicBezTo>
                  <a:cubicBezTo>
                    <a:pt x="2249" y="2893"/>
                    <a:pt x="2893" y="2247"/>
                    <a:pt x="2893" y="1447"/>
                  </a:cubicBezTo>
                  <a:cubicBezTo>
                    <a:pt x="2893" y="644"/>
                    <a:pt x="2249" y="0"/>
                    <a:pt x="14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87"/>
            <p:cNvSpPr/>
            <p:nvPr/>
          </p:nvSpPr>
          <p:spPr>
            <a:xfrm>
              <a:off x="3552600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1" y="644"/>
                    <a:pt x="1" y="1447"/>
                  </a:cubicBezTo>
                  <a:cubicBezTo>
                    <a:pt x="1" y="2247"/>
                    <a:pt x="645" y="2893"/>
                    <a:pt x="1447" y="2893"/>
                  </a:cubicBezTo>
                  <a:cubicBezTo>
                    <a:pt x="2248" y="2893"/>
                    <a:pt x="2894" y="2247"/>
                    <a:pt x="2894" y="1447"/>
                  </a:cubicBezTo>
                  <a:cubicBezTo>
                    <a:pt x="2894" y="644"/>
                    <a:pt x="2248" y="0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87"/>
            <p:cNvSpPr/>
            <p:nvPr/>
          </p:nvSpPr>
          <p:spPr>
            <a:xfrm>
              <a:off x="6162450" y="1054100"/>
              <a:ext cx="1217725" cy="1302750"/>
            </a:xfrm>
            <a:custGeom>
              <a:avLst/>
              <a:gdLst/>
              <a:ahLst/>
              <a:cxnLst/>
              <a:rect l="l" t="t" r="r" b="b"/>
              <a:pathLst>
                <a:path w="48709" h="52110" extrusionOk="0">
                  <a:moveTo>
                    <a:pt x="0" y="1"/>
                  </a:moveTo>
                  <a:lnTo>
                    <a:pt x="0" y="49256"/>
                  </a:lnTo>
                  <a:cubicBezTo>
                    <a:pt x="0" y="50838"/>
                    <a:pt x="1271" y="52109"/>
                    <a:pt x="2854" y="52109"/>
                  </a:cubicBezTo>
                  <a:lnTo>
                    <a:pt x="45875" y="52109"/>
                  </a:lnTo>
                  <a:cubicBezTo>
                    <a:pt x="47439" y="52109"/>
                    <a:pt x="48708" y="50838"/>
                    <a:pt x="48708" y="49256"/>
                  </a:cubicBezTo>
                  <a:lnTo>
                    <a:pt x="48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2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87"/>
            <p:cNvSpPr/>
            <p:nvPr/>
          </p:nvSpPr>
          <p:spPr>
            <a:xfrm>
              <a:off x="6162450" y="901650"/>
              <a:ext cx="1217725" cy="152475"/>
            </a:xfrm>
            <a:custGeom>
              <a:avLst/>
              <a:gdLst/>
              <a:ahLst/>
              <a:cxnLst/>
              <a:rect l="l" t="t" r="r" b="b"/>
              <a:pathLst>
                <a:path w="48709" h="6099" extrusionOk="0">
                  <a:moveTo>
                    <a:pt x="2854" y="0"/>
                  </a:moveTo>
                  <a:cubicBezTo>
                    <a:pt x="1271" y="0"/>
                    <a:pt x="0" y="1270"/>
                    <a:pt x="0" y="2834"/>
                  </a:cubicBezTo>
                  <a:lnTo>
                    <a:pt x="0" y="6099"/>
                  </a:lnTo>
                  <a:lnTo>
                    <a:pt x="48708" y="6099"/>
                  </a:lnTo>
                  <a:lnTo>
                    <a:pt x="48708" y="2834"/>
                  </a:lnTo>
                  <a:cubicBezTo>
                    <a:pt x="48708" y="1270"/>
                    <a:pt x="47439" y="0"/>
                    <a:pt x="45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87"/>
            <p:cNvSpPr/>
            <p:nvPr/>
          </p:nvSpPr>
          <p:spPr>
            <a:xfrm>
              <a:off x="6255800" y="950975"/>
              <a:ext cx="48375" cy="48425"/>
            </a:xfrm>
            <a:custGeom>
              <a:avLst/>
              <a:gdLst/>
              <a:ahLst/>
              <a:cxnLst/>
              <a:rect l="l" t="t" r="r" b="b"/>
              <a:pathLst>
                <a:path w="1935" h="1937" extrusionOk="0">
                  <a:moveTo>
                    <a:pt x="977" y="1"/>
                  </a:moveTo>
                  <a:cubicBezTo>
                    <a:pt x="430" y="1"/>
                    <a:pt x="0" y="431"/>
                    <a:pt x="0" y="959"/>
                  </a:cubicBezTo>
                  <a:cubicBezTo>
                    <a:pt x="0" y="1506"/>
                    <a:pt x="430" y="1936"/>
                    <a:pt x="977" y="1936"/>
                  </a:cubicBezTo>
                  <a:cubicBezTo>
                    <a:pt x="1504" y="1936"/>
                    <a:pt x="1934" y="1506"/>
                    <a:pt x="1934" y="959"/>
                  </a:cubicBezTo>
                  <a:cubicBezTo>
                    <a:pt x="1934" y="431"/>
                    <a:pt x="1504" y="1"/>
                    <a:pt x="9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87"/>
            <p:cNvSpPr/>
            <p:nvPr/>
          </p:nvSpPr>
          <p:spPr>
            <a:xfrm>
              <a:off x="6361350" y="950975"/>
              <a:ext cx="48375" cy="48425"/>
            </a:xfrm>
            <a:custGeom>
              <a:avLst/>
              <a:gdLst/>
              <a:ahLst/>
              <a:cxnLst/>
              <a:rect l="l" t="t" r="r" b="b"/>
              <a:pathLst>
                <a:path w="1935" h="1937" extrusionOk="0">
                  <a:moveTo>
                    <a:pt x="957" y="1"/>
                  </a:moveTo>
                  <a:cubicBezTo>
                    <a:pt x="430" y="1"/>
                    <a:pt x="0" y="431"/>
                    <a:pt x="0" y="959"/>
                  </a:cubicBezTo>
                  <a:cubicBezTo>
                    <a:pt x="0" y="1506"/>
                    <a:pt x="430" y="1936"/>
                    <a:pt x="957" y="1936"/>
                  </a:cubicBezTo>
                  <a:cubicBezTo>
                    <a:pt x="1504" y="1936"/>
                    <a:pt x="1934" y="1506"/>
                    <a:pt x="1934" y="959"/>
                  </a:cubicBezTo>
                  <a:cubicBezTo>
                    <a:pt x="1934" y="431"/>
                    <a:pt x="1504" y="1"/>
                    <a:pt x="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87"/>
            <p:cNvSpPr/>
            <p:nvPr/>
          </p:nvSpPr>
          <p:spPr>
            <a:xfrm>
              <a:off x="6466875" y="950975"/>
              <a:ext cx="48400" cy="48425"/>
            </a:xfrm>
            <a:custGeom>
              <a:avLst/>
              <a:gdLst/>
              <a:ahLst/>
              <a:cxnLst/>
              <a:rect l="l" t="t" r="r" b="b"/>
              <a:pathLst>
                <a:path w="1936" h="1937" extrusionOk="0">
                  <a:moveTo>
                    <a:pt x="958" y="1"/>
                  </a:moveTo>
                  <a:cubicBezTo>
                    <a:pt x="431" y="1"/>
                    <a:pt x="1" y="431"/>
                    <a:pt x="1" y="959"/>
                  </a:cubicBezTo>
                  <a:cubicBezTo>
                    <a:pt x="1" y="1506"/>
                    <a:pt x="431" y="1936"/>
                    <a:pt x="958" y="1936"/>
                  </a:cubicBezTo>
                  <a:cubicBezTo>
                    <a:pt x="1505" y="1936"/>
                    <a:pt x="1935" y="1506"/>
                    <a:pt x="1935" y="959"/>
                  </a:cubicBezTo>
                  <a:cubicBezTo>
                    <a:pt x="1935" y="431"/>
                    <a:pt x="1505" y="1"/>
                    <a:pt x="9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87"/>
            <p:cNvSpPr/>
            <p:nvPr/>
          </p:nvSpPr>
          <p:spPr>
            <a:xfrm>
              <a:off x="6292925" y="1236850"/>
              <a:ext cx="186700" cy="186700"/>
            </a:xfrm>
            <a:custGeom>
              <a:avLst/>
              <a:gdLst/>
              <a:ahLst/>
              <a:cxnLst/>
              <a:rect l="l" t="t" r="r" b="b"/>
              <a:pathLst>
                <a:path w="7468" h="7468" extrusionOk="0">
                  <a:moveTo>
                    <a:pt x="3733" y="1"/>
                  </a:moveTo>
                  <a:cubicBezTo>
                    <a:pt x="1682" y="1"/>
                    <a:pt x="1" y="1682"/>
                    <a:pt x="1" y="3733"/>
                  </a:cubicBezTo>
                  <a:cubicBezTo>
                    <a:pt x="1" y="5805"/>
                    <a:pt x="1682" y="7467"/>
                    <a:pt x="3733" y="7467"/>
                  </a:cubicBezTo>
                  <a:cubicBezTo>
                    <a:pt x="5786" y="7467"/>
                    <a:pt x="7467" y="5805"/>
                    <a:pt x="7467" y="3733"/>
                  </a:cubicBezTo>
                  <a:cubicBezTo>
                    <a:pt x="7467" y="1682"/>
                    <a:pt x="5786" y="1"/>
                    <a:pt x="373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87"/>
            <p:cNvSpPr/>
            <p:nvPr/>
          </p:nvSpPr>
          <p:spPr>
            <a:xfrm>
              <a:off x="6560700" y="1261275"/>
              <a:ext cx="655275" cy="43500"/>
            </a:xfrm>
            <a:custGeom>
              <a:avLst/>
              <a:gdLst/>
              <a:ahLst/>
              <a:cxnLst/>
              <a:rect l="l" t="t" r="r" b="b"/>
              <a:pathLst>
                <a:path w="26211" h="1740" extrusionOk="0">
                  <a:moveTo>
                    <a:pt x="801" y="1"/>
                  </a:moveTo>
                  <a:cubicBezTo>
                    <a:pt x="371" y="1"/>
                    <a:pt x="1" y="371"/>
                    <a:pt x="1" y="801"/>
                  </a:cubicBezTo>
                  <a:lnTo>
                    <a:pt x="1" y="939"/>
                  </a:lnTo>
                  <a:cubicBezTo>
                    <a:pt x="1" y="1369"/>
                    <a:pt x="371" y="1740"/>
                    <a:pt x="801" y="1740"/>
                  </a:cubicBezTo>
                  <a:lnTo>
                    <a:pt x="25429" y="1740"/>
                  </a:lnTo>
                  <a:cubicBezTo>
                    <a:pt x="25859" y="1740"/>
                    <a:pt x="26211" y="1369"/>
                    <a:pt x="26211" y="939"/>
                  </a:cubicBezTo>
                  <a:lnTo>
                    <a:pt x="26211" y="801"/>
                  </a:lnTo>
                  <a:cubicBezTo>
                    <a:pt x="26211" y="371"/>
                    <a:pt x="25859" y="1"/>
                    <a:pt x="254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87"/>
            <p:cNvSpPr/>
            <p:nvPr/>
          </p:nvSpPr>
          <p:spPr>
            <a:xfrm>
              <a:off x="6560700" y="1369250"/>
              <a:ext cx="365525" cy="43025"/>
            </a:xfrm>
            <a:custGeom>
              <a:avLst/>
              <a:gdLst/>
              <a:ahLst/>
              <a:cxnLst/>
              <a:rect l="l" t="t" r="r" b="b"/>
              <a:pathLst>
                <a:path w="14621" h="1721" extrusionOk="0">
                  <a:moveTo>
                    <a:pt x="801" y="1"/>
                  </a:moveTo>
                  <a:cubicBezTo>
                    <a:pt x="371" y="1"/>
                    <a:pt x="1" y="353"/>
                    <a:pt x="1" y="783"/>
                  </a:cubicBezTo>
                  <a:lnTo>
                    <a:pt x="1" y="920"/>
                  </a:lnTo>
                  <a:cubicBezTo>
                    <a:pt x="1" y="1350"/>
                    <a:pt x="371" y="1721"/>
                    <a:pt x="801" y="1721"/>
                  </a:cubicBezTo>
                  <a:lnTo>
                    <a:pt x="13819" y="1721"/>
                  </a:lnTo>
                  <a:cubicBezTo>
                    <a:pt x="14269" y="1721"/>
                    <a:pt x="14621" y="1350"/>
                    <a:pt x="14621" y="920"/>
                  </a:cubicBezTo>
                  <a:lnTo>
                    <a:pt x="14621" y="783"/>
                  </a:lnTo>
                  <a:cubicBezTo>
                    <a:pt x="14621" y="353"/>
                    <a:pt x="14269" y="1"/>
                    <a:pt x="13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87"/>
            <p:cNvSpPr/>
            <p:nvPr/>
          </p:nvSpPr>
          <p:spPr>
            <a:xfrm>
              <a:off x="6969675" y="1369250"/>
              <a:ext cx="104600" cy="43025"/>
            </a:xfrm>
            <a:custGeom>
              <a:avLst/>
              <a:gdLst/>
              <a:ahLst/>
              <a:cxnLst/>
              <a:rect l="l" t="t" r="r" b="b"/>
              <a:pathLst>
                <a:path w="4184" h="1721" extrusionOk="0">
                  <a:moveTo>
                    <a:pt x="881" y="1"/>
                  </a:moveTo>
                  <a:cubicBezTo>
                    <a:pt x="392" y="1"/>
                    <a:pt x="1" y="373"/>
                    <a:pt x="1" y="861"/>
                  </a:cubicBezTo>
                  <a:cubicBezTo>
                    <a:pt x="1" y="1330"/>
                    <a:pt x="392" y="1721"/>
                    <a:pt x="881" y="1721"/>
                  </a:cubicBezTo>
                  <a:lnTo>
                    <a:pt x="3324" y="1721"/>
                  </a:lnTo>
                  <a:cubicBezTo>
                    <a:pt x="3813" y="1721"/>
                    <a:pt x="4184" y="1330"/>
                    <a:pt x="4184" y="861"/>
                  </a:cubicBezTo>
                  <a:cubicBezTo>
                    <a:pt x="4184" y="373"/>
                    <a:pt x="3813" y="1"/>
                    <a:pt x="33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87"/>
            <p:cNvSpPr/>
            <p:nvPr/>
          </p:nvSpPr>
          <p:spPr>
            <a:xfrm>
              <a:off x="6292925" y="1563275"/>
              <a:ext cx="186700" cy="186675"/>
            </a:xfrm>
            <a:custGeom>
              <a:avLst/>
              <a:gdLst/>
              <a:ahLst/>
              <a:cxnLst/>
              <a:rect l="l" t="t" r="r" b="b"/>
              <a:pathLst>
                <a:path w="7468" h="7467" extrusionOk="0">
                  <a:moveTo>
                    <a:pt x="3733" y="0"/>
                  </a:moveTo>
                  <a:cubicBezTo>
                    <a:pt x="1682" y="0"/>
                    <a:pt x="1" y="1681"/>
                    <a:pt x="1" y="3733"/>
                  </a:cubicBezTo>
                  <a:cubicBezTo>
                    <a:pt x="1" y="5804"/>
                    <a:pt x="1682" y="7467"/>
                    <a:pt x="3733" y="7467"/>
                  </a:cubicBezTo>
                  <a:cubicBezTo>
                    <a:pt x="5786" y="7467"/>
                    <a:pt x="7467" y="5804"/>
                    <a:pt x="7467" y="3733"/>
                  </a:cubicBezTo>
                  <a:cubicBezTo>
                    <a:pt x="7467" y="1681"/>
                    <a:pt x="5786" y="0"/>
                    <a:pt x="37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87"/>
            <p:cNvSpPr/>
            <p:nvPr/>
          </p:nvSpPr>
          <p:spPr>
            <a:xfrm>
              <a:off x="6560700" y="1588175"/>
              <a:ext cx="655275" cy="43025"/>
            </a:xfrm>
            <a:custGeom>
              <a:avLst/>
              <a:gdLst/>
              <a:ahLst/>
              <a:cxnLst/>
              <a:rect l="l" t="t" r="r" b="b"/>
              <a:pathLst>
                <a:path w="26211" h="1721" extrusionOk="0">
                  <a:moveTo>
                    <a:pt x="801" y="0"/>
                  </a:moveTo>
                  <a:cubicBezTo>
                    <a:pt x="371" y="0"/>
                    <a:pt x="1" y="352"/>
                    <a:pt x="1" y="802"/>
                  </a:cubicBezTo>
                  <a:lnTo>
                    <a:pt x="1" y="920"/>
                  </a:lnTo>
                  <a:cubicBezTo>
                    <a:pt x="1" y="1368"/>
                    <a:pt x="371" y="1720"/>
                    <a:pt x="801" y="1720"/>
                  </a:cubicBezTo>
                  <a:lnTo>
                    <a:pt x="25429" y="1720"/>
                  </a:lnTo>
                  <a:cubicBezTo>
                    <a:pt x="25859" y="1720"/>
                    <a:pt x="26211" y="1368"/>
                    <a:pt x="26211" y="920"/>
                  </a:cubicBezTo>
                  <a:lnTo>
                    <a:pt x="26211" y="802"/>
                  </a:lnTo>
                  <a:cubicBezTo>
                    <a:pt x="26211" y="352"/>
                    <a:pt x="25859" y="0"/>
                    <a:pt x="254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87"/>
            <p:cNvSpPr/>
            <p:nvPr/>
          </p:nvSpPr>
          <p:spPr>
            <a:xfrm>
              <a:off x="6560700" y="1695675"/>
              <a:ext cx="365525" cy="43025"/>
            </a:xfrm>
            <a:custGeom>
              <a:avLst/>
              <a:gdLst/>
              <a:ahLst/>
              <a:cxnLst/>
              <a:rect l="l" t="t" r="r" b="b"/>
              <a:pathLst>
                <a:path w="14621" h="1721" extrusionOk="0">
                  <a:moveTo>
                    <a:pt x="801" y="0"/>
                  </a:moveTo>
                  <a:cubicBezTo>
                    <a:pt x="371" y="0"/>
                    <a:pt x="1" y="352"/>
                    <a:pt x="1" y="802"/>
                  </a:cubicBezTo>
                  <a:lnTo>
                    <a:pt x="1" y="920"/>
                  </a:lnTo>
                  <a:cubicBezTo>
                    <a:pt x="1" y="1368"/>
                    <a:pt x="371" y="1720"/>
                    <a:pt x="801" y="1720"/>
                  </a:cubicBezTo>
                  <a:lnTo>
                    <a:pt x="13819" y="1720"/>
                  </a:lnTo>
                  <a:cubicBezTo>
                    <a:pt x="14269" y="1720"/>
                    <a:pt x="14621" y="1368"/>
                    <a:pt x="14621" y="920"/>
                  </a:cubicBezTo>
                  <a:lnTo>
                    <a:pt x="14621" y="802"/>
                  </a:lnTo>
                  <a:cubicBezTo>
                    <a:pt x="14621" y="352"/>
                    <a:pt x="14269" y="0"/>
                    <a:pt x="138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87"/>
            <p:cNvSpPr/>
            <p:nvPr/>
          </p:nvSpPr>
          <p:spPr>
            <a:xfrm>
              <a:off x="6969675" y="1695675"/>
              <a:ext cx="104600" cy="43025"/>
            </a:xfrm>
            <a:custGeom>
              <a:avLst/>
              <a:gdLst/>
              <a:ahLst/>
              <a:cxnLst/>
              <a:rect l="l" t="t" r="r" b="b"/>
              <a:pathLst>
                <a:path w="4184" h="1721" extrusionOk="0">
                  <a:moveTo>
                    <a:pt x="881" y="0"/>
                  </a:moveTo>
                  <a:cubicBezTo>
                    <a:pt x="392" y="0"/>
                    <a:pt x="1" y="391"/>
                    <a:pt x="1" y="860"/>
                  </a:cubicBezTo>
                  <a:cubicBezTo>
                    <a:pt x="1" y="1329"/>
                    <a:pt x="392" y="1720"/>
                    <a:pt x="881" y="1720"/>
                  </a:cubicBezTo>
                  <a:lnTo>
                    <a:pt x="3324" y="1720"/>
                  </a:lnTo>
                  <a:cubicBezTo>
                    <a:pt x="3813" y="1720"/>
                    <a:pt x="4184" y="1329"/>
                    <a:pt x="4184" y="860"/>
                  </a:cubicBezTo>
                  <a:cubicBezTo>
                    <a:pt x="4184" y="391"/>
                    <a:pt x="3813" y="0"/>
                    <a:pt x="33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87"/>
            <p:cNvSpPr/>
            <p:nvPr/>
          </p:nvSpPr>
          <p:spPr>
            <a:xfrm>
              <a:off x="6292925" y="1890150"/>
              <a:ext cx="186700" cy="186675"/>
            </a:xfrm>
            <a:custGeom>
              <a:avLst/>
              <a:gdLst/>
              <a:ahLst/>
              <a:cxnLst/>
              <a:rect l="l" t="t" r="r" b="b"/>
              <a:pathLst>
                <a:path w="7468" h="7467" extrusionOk="0">
                  <a:moveTo>
                    <a:pt x="3733" y="0"/>
                  </a:moveTo>
                  <a:cubicBezTo>
                    <a:pt x="1682" y="0"/>
                    <a:pt x="1" y="1663"/>
                    <a:pt x="1" y="3734"/>
                  </a:cubicBezTo>
                  <a:cubicBezTo>
                    <a:pt x="1" y="5786"/>
                    <a:pt x="1682" y="7467"/>
                    <a:pt x="3733" y="7467"/>
                  </a:cubicBezTo>
                  <a:cubicBezTo>
                    <a:pt x="5786" y="7467"/>
                    <a:pt x="7467" y="5786"/>
                    <a:pt x="7467" y="3734"/>
                  </a:cubicBezTo>
                  <a:cubicBezTo>
                    <a:pt x="7467" y="1663"/>
                    <a:pt x="5786" y="0"/>
                    <a:pt x="37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87"/>
            <p:cNvSpPr/>
            <p:nvPr/>
          </p:nvSpPr>
          <p:spPr>
            <a:xfrm>
              <a:off x="6560700" y="1914575"/>
              <a:ext cx="655275" cy="43025"/>
            </a:xfrm>
            <a:custGeom>
              <a:avLst/>
              <a:gdLst/>
              <a:ahLst/>
              <a:cxnLst/>
              <a:rect l="l" t="t" r="r" b="b"/>
              <a:pathLst>
                <a:path w="26211" h="1721" extrusionOk="0">
                  <a:moveTo>
                    <a:pt x="801" y="1"/>
                  </a:moveTo>
                  <a:cubicBezTo>
                    <a:pt x="371" y="1"/>
                    <a:pt x="1" y="353"/>
                    <a:pt x="1" y="803"/>
                  </a:cubicBezTo>
                  <a:lnTo>
                    <a:pt x="1" y="920"/>
                  </a:lnTo>
                  <a:cubicBezTo>
                    <a:pt x="1" y="1369"/>
                    <a:pt x="371" y="1721"/>
                    <a:pt x="801" y="1721"/>
                  </a:cubicBezTo>
                  <a:lnTo>
                    <a:pt x="25429" y="1721"/>
                  </a:lnTo>
                  <a:cubicBezTo>
                    <a:pt x="25859" y="1721"/>
                    <a:pt x="26211" y="1369"/>
                    <a:pt x="26211" y="920"/>
                  </a:cubicBezTo>
                  <a:lnTo>
                    <a:pt x="26211" y="803"/>
                  </a:lnTo>
                  <a:cubicBezTo>
                    <a:pt x="26211" y="353"/>
                    <a:pt x="25859" y="1"/>
                    <a:pt x="254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87"/>
            <p:cNvSpPr/>
            <p:nvPr/>
          </p:nvSpPr>
          <p:spPr>
            <a:xfrm>
              <a:off x="6560700" y="2022075"/>
              <a:ext cx="365525" cy="43025"/>
            </a:xfrm>
            <a:custGeom>
              <a:avLst/>
              <a:gdLst/>
              <a:ahLst/>
              <a:cxnLst/>
              <a:rect l="l" t="t" r="r" b="b"/>
              <a:pathLst>
                <a:path w="14621" h="1721" extrusionOk="0">
                  <a:moveTo>
                    <a:pt x="801" y="1"/>
                  </a:moveTo>
                  <a:cubicBezTo>
                    <a:pt x="371" y="1"/>
                    <a:pt x="1" y="353"/>
                    <a:pt x="1" y="803"/>
                  </a:cubicBezTo>
                  <a:lnTo>
                    <a:pt x="1" y="920"/>
                  </a:lnTo>
                  <a:cubicBezTo>
                    <a:pt x="1" y="1369"/>
                    <a:pt x="371" y="1721"/>
                    <a:pt x="801" y="1721"/>
                  </a:cubicBezTo>
                  <a:lnTo>
                    <a:pt x="13819" y="1721"/>
                  </a:lnTo>
                  <a:cubicBezTo>
                    <a:pt x="14269" y="1721"/>
                    <a:pt x="14621" y="1369"/>
                    <a:pt x="14621" y="920"/>
                  </a:cubicBezTo>
                  <a:lnTo>
                    <a:pt x="14621" y="803"/>
                  </a:lnTo>
                  <a:cubicBezTo>
                    <a:pt x="14621" y="353"/>
                    <a:pt x="14269" y="1"/>
                    <a:pt x="138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87"/>
            <p:cNvSpPr/>
            <p:nvPr/>
          </p:nvSpPr>
          <p:spPr>
            <a:xfrm>
              <a:off x="6969675" y="2022075"/>
              <a:ext cx="104600" cy="43025"/>
            </a:xfrm>
            <a:custGeom>
              <a:avLst/>
              <a:gdLst/>
              <a:ahLst/>
              <a:cxnLst/>
              <a:rect l="l" t="t" r="r" b="b"/>
              <a:pathLst>
                <a:path w="4184" h="1721" extrusionOk="0">
                  <a:moveTo>
                    <a:pt x="881" y="1"/>
                  </a:moveTo>
                  <a:cubicBezTo>
                    <a:pt x="392" y="1"/>
                    <a:pt x="1" y="392"/>
                    <a:pt x="1" y="861"/>
                  </a:cubicBezTo>
                  <a:cubicBezTo>
                    <a:pt x="1" y="1350"/>
                    <a:pt x="392" y="1721"/>
                    <a:pt x="881" y="1721"/>
                  </a:cubicBezTo>
                  <a:lnTo>
                    <a:pt x="3324" y="1721"/>
                  </a:lnTo>
                  <a:cubicBezTo>
                    <a:pt x="3813" y="1721"/>
                    <a:pt x="4184" y="1350"/>
                    <a:pt x="4184" y="861"/>
                  </a:cubicBezTo>
                  <a:cubicBezTo>
                    <a:pt x="4184" y="392"/>
                    <a:pt x="3813" y="1"/>
                    <a:pt x="33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87"/>
            <p:cNvSpPr/>
            <p:nvPr/>
          </p:nvSpPr>
          <p:spPr>
            <a:xfrm>
              <a:off x="441400" y="3411325"/>
              <a:ext cx="1218225" cy="363575"/>
            </a:xfrm>
            <a:custGeom>
              <a:avLst/>
              <a:gdLst/>
              <a:ahLst/>
              <a:cxnLst/>
              <a:rect l="l" t="t" r="r" b="b"/>
              <a:pathLst>
                <a:path w="48729" h="14543" extrusionOk="0">
                  <a:moveTo>
                    <a:pt x="0" y="0"/>
                  </a:moveTo>
                  <a:lnTo>
                    <a:pt x="0" y="11688"/>
                  </a:lnTo>
                  <a:cubicBezTo>
                    <a:pt x="0" y="13271"/>
                    <a:pt x="1271" y="14542"/>
                    <a:pt x="2854" y="14542"/>
                  </a:cubicBezTo>
                  <a:lnTo>
                    <a:pt x="45875" y="14542"/>
                  </a:lnTo>
                  <a:cubicBezTo>
                    <a:pt x="47438" y="14542"/>
                    <a:pt x="48728" y="13271"/>
                    <a:pt x="48728" y="11688"/>
                  </a:cubicBezTo>
                  <a:lnTo>
                    <a:pt x="487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87"/>
            <p:cNvSpPr/>
            <p:nvPr/>
          </p:nvSpPr>
          <p:spPr>
            <a:xfrm>
              <a:off x="441400" y="3258350"/>
              <a:ext cx="1218225" cy="153000"/>
            </a:xfrm>
            <a:custGeom>
              <a:avLst/>
              <a:gdLst/>
              <a:ahLst/>
              <a:cxnLst/>
              <a:rect l="l" t="t" r="r" b="b"/>
              <a:pathLst>
                <a:path w="48729" h="6120" extrusionOk="0">
                  <a:moveTo>
                    <a:pt x="2854" y="1"/>
                  </a:moveTo>
                  <a:cubicBezTo>
                    <a:pt x="1271" y="1"/>
                    <a:pt x="0" y="1291"/>
                    <a:pt x="0" y="2854"/>
                  </a:cubicBezTo>
                  <a:lnTo>
                    <a:pt x="0" y="6119"/>
                  </a:lnTo>
                  <a:lnTo>
                    <a:pt x="48728" y="6119"/>
                  </a:lnTo>
                  <a:lnTo>
                    <a:pt x="48728" y="2854"/>
                  </a:lnTo>
                  <a:cubicBezTo>
                    <a:pt x="48728" y="1291"/>
                    <a:pt x="47438" y="1"/>
                    <a:pt x="458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2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87"/>
            <p:cNvSpPr/>
            <p:nvPr/>
          </p:nvSpPr>
          <p:spPr>
            <a:xfrm>
              <a:off x="534750" y="3307725"/>
              <a:ext cx="48375" cy="48375"/>
            </a:xfrm>
            <a:custGeom>
              <a:avLst/>
              <a:gdLst/>
              <a:ahLst/>
              <a:cxnLst/>
              <a:rect l="l" t="t" r="r" b="b"/>
              <a:pathLst>
                <a:path w="1935" h="1935" extrusionOk="0">
                  <a:moveTo>
                    <a:pt x="977" y="0"/>
                  </a:moveTo>
                  <a:cubicBezTo>
                    <a:pt x="430" y="0"/>
                    <a:pt x="0" y="430"/>
                    <a:pt x="0" y="978"/>
                  </a:cubicBezTo>
                  <a:cubicBezTo>
                    <a:pt x="0" y="1505"/>
                    <a:pt x="430" y="1935"/>
                    <a:pt x="977" y="1935"/>
                  </a:cubicBezTo>
                  <a:cubicBezTo>
                    <a:pt x="1504" y="1935"/>
                    <a:pt x="1934" y="1505"/>
                    <a:pt x="1934" y="978"/>
                  </a:cubicBezTo>
                  <a:cubicBezTo>
                    <a:pt x="1934" y="430"/>
                    <a:pt x="1504" y="0"/>
                    <a:pt x="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87"/>
            <p:cNvSpPr/>
            <p:nvPr/>
          </p:nvSpPr>
          <p:spPr>
            <a:xfrm>
              <a:off x="640275" y="3307725"/>
              <a:ext cx="48400" cy="48375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7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7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87"/>
            <p:cNvSpPr/>
            <p:nvPr/>
          </p:nvSpPr>
          <p:spPr>
            <a:xfrm>
              <a:off x="745825" y="3307725"/>
              <a:ext cx="48400" cy="48375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5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5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87"/>
            <p:cNvSpPr/>
            <p:nvPr/>
          </p:nvSpPr>
          <p:spPr>
            <a:xfrm>
              <a:off x="571875" y="3498300"/>
              <a:ext cx="186700" cy="186175"/>
            </a:xfrm>
            <a:custGeom>
              <a:avLst/>
              <a:gdLst/>
              <a:ahLst/>
              <a:cxnLst/>
              <a:rect l="l" t="t" r="r" b="b"/>
              <a:pathLst>
                <a:path w="7468" h="7447" extrusionOk="0">
                  <a:moveTo>
                    <a:pt x="3733" y="0"/>
                  </a:moveTo>
                  <a:cubicBezTo>
                    <a:pt x="1681" y="0"/>
                    <a:pt x="1" y="1661"/>
                    <a:pt x="1" y="3714"/>
                  </a:cubicBezTo>
                  <a:cubicBezTo>
                    <a:pt x="1" y="5786"/>
                    <a:pt x="1681" y="7446"/>
                    <a:pt x="3733" y="7446"/>
                  </a:cubicBezTo>
                  <a:cubicBezTo>
                    <a:pt x="5805" y="7446"/>
                    <a:pt x="7467" y="5786"/>
                    <a:pt x="7467" y="3714"/>
                  </a:cubicBezTo>
                  <a:cubicBezTo>
                    <a:pt x="7467" y="1661"/>
                    <a:pt x="5805" y="0"/>
                    <a:pt x="3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87"/>
            <p:cNvSpPr/>
            <p:nvPr/>
          </p:nvSpPr>
          <p:spPr>
            <a:xfrm>
              <a:off x="840125" y="3522725"/>
              <a:ext cx="655325" cy="43025"/>
            </a:xfrm>
            <a:custGeom>
              <a:avLst/>
              <a:gdLst/>
              <a:ahLst/>
              <a:cxnLst/>
              <a:rect l="l" t="t" r="r" b="b"/>
              <a:pathLst>
                <a:path w="26213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8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25410" y="1721"/>
                  </a:lnTo>
                  <a:cubicBezTo>
                    <a:pt x="25840" y="1721"/>
                    <a:pt x="26212" y="1369"/>
                    <a:pt x="26212" y="918"/>
                  </a:cubicBezTo>
                  <a:lnTo>
                    <a:pt x="26212" y="801"/>
                  </a:lnTo>
                  <a:cubicBezTo>
                    <a:pt x="26212" y="352"/>
                    <a:pt x="25840" y="1"/>
                    <a:pt x="25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87"/>
            <p:cNvSpPr/>
            <p:nvPr/>
          </p:nvSpPr>
          <p:spPr>
            <a:xfrm>
              <a:off x="840125" y="3630225"/>
              <a:ext cx="365050" cy="43025"/>
            </a:xfrm>
            <a:custGeom>
              <a:avLst/>
              <a:gdLst/>
              <a:ahLst/>
              <a:cxnLst/>
              <a:rect l="l" t="t" r="r" b="b"/>
              <a:pathLst>
                <a:path w="14602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9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13820" y="1721"/>
                  </a:lnTo>
                  <a:cubicBezTo>
                    <a:pt x="14250" y="1721"/>
                    <a:pt x="14602" y="1369"/>
                    <a:pt x="14602" y="919"/>
                  </a:cubicBezTo>
                  <a:lnTo>
                    <a:pt x="14602" y="801"/>
                  </a:lnTo>
                  <a:cubicBezTo>
                    <a:pt x="14602" y="352"/>
                    <a:pt x="14250" y="1"/>
                    <a:pt x="13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87"/>
            <p:cNvSpPr/>
            <p:nvPr/>
          </p:nvSpPr>
          <p:spPr>
            <a:xfrm>
              <a:off x="1249150" y="3630225"/>
              <a:ext cx="104575" cy="43025"/>
            </a:xfrm>
            <a:custGeom>
              <a:avLst/>
              <a:gdLst/>
              <a:ahLst/>
              <a:cxnLst/>
              <a:rect l="l" t="t" r="r" b="b"/>
              <a:pathLst>
                <a:path w="4183" h="1721" extrusionOk="0">
                  <a:moveTo>
                    <a:pt x="860" y="1"/>
                  </a:moveTo>
                  <a:cubicBezTo>
                    <a:pt x="371" y="1"/>
                    <a:pt x="0" y="392"/>
                    <a:pt x="0" y="861"/>
                  </a:cubicBezTo>
                  <a:cubicBezTo>
                    <a:pt x="0" y="1330"/>
                    <a:pt x="371" y="1721"/>
                    <a:pt x="860" y="1721"/>
                  </a:cubicBezTo>
                  <a:lnTo>
                    <a:pt x="3323" y="1721"/>
                  </a:lnTo>
                  <a:cubicBezTo>
                    <a:pt x="3792" y="1721"/>
                    <a:pt x="4183" y="1330"/>
                    <a:pt x="4183" y="861"/>
                  </a:cubicBezTo>
                  <a:cubicBezTo>
                    <a:pt x="4183" y="392"/>
                    <a:pt x="3792" y="1"/>
                    <a:pt x="3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87"/>
            <p:cNvSpPr/>
            <p:nvPr/>
          </p:nvSpPr>
          <p:spPr>
            <a:xfrm>
              <a:off x="562100" y="577006"/>
              <a:ext cx="618150" cy="618125"/>
            </a:xfrm>
            <a:custGeom>
              <a:avLst/>
              <a:gdLst/>
              <a:ahLst/>
              <a:cxnLst/>
              <a:rect l="l" t="t" r="r" b="b"/>
              <a:pathLst>
                <a:path w="24726" h="24725" extrusionOk="0">
                  <a:moveTo>
                    <a:pt x="12372" y="0"/>
                  </a:moveTo>
                  <a:cubicBezTo>
                    <a:pt x="5552" y="0"/>
                    <a:pt x="1" y="5551"/>
                    <a:pt x="1" y="12353"/>
                  </a:cubicBezTo>
                  <a:cubicBezTo>
                    <a:pt x="1" y="19174"/>
                    <a:pt x="5552" y="24725"/>
                    <a:pt x="12372" y="24725"/>
                  </a:cubicBezTo>
                  <a:cubicBezTo>
                    <a:pt x="19174" y="24725"/>
                    <a:pt x="24725" y="19174"/>
                    <a:pt x="24725" y="12353"/>
                  </a:cubicBezTo>
                  <a:cubicBezTo>
                    <a:pt x="24725" y="5551"/>
                    <a:pt x="19174" y="0"/>
                    <a:pt x="1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87"/>
            <p:cNvSpPr/>
            <p:nvPr/>
          </p:nvSpPr>
          <p:spPr>
            <a:xfrm>
              <a:off x="760950" y="665931"/>
              <a:ext cx="220425" cy="219925"/>
            </a:xfrm>
            <a:custGeom>
              <a:avLst/>
              <a:gdLst/>
              <a:ahLst/>
              <a:cxnLst/>
              <a:rect l="l" t="t" r="r" b="b"/>
              <a:pathLst>
                <a:path w="8817" h="8797" extrusionOk="0">
                  <a:moveTo>
                    <a:pt x="4418" y="1"/>
                  </a:moveTo>
                  <a:cubicBezTo>
                    <a:pt x="1976" y="1"/>
                    <a:pt x="1" y="1974"/>
                    <a:pt x="1" y="4398"/>
                  </a:cubicBezTo>
                  <a:cubicBezTo>
                    <a:pt x="1" y="6821"/>
                    <a:pt x="1976" y="8796"/>
                    <a:pt x="4418" y="8796"/>
                  </a:cubicBezTo>
                  <a:cubicBezTo>
                    <a:pt x="6842" y="8796"/>
                    <a:pt x="8817" y="6821"/>
                    <a:pt x="8817" y="4398"/>
                  </a:cubicBezTo>
                  <a:cubicBezTo>
                    <a:pt x="8817" y="1974"/>
                    <a:pt x="6842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87"/>
            <p:cNvSpPr/>
            <p:nvPr/>
          </p:nvSpPr>
          <p:spPr>
            <a:xfrm>
              <a:off x="659825" y="933706"/>
              <a:ext cx="423200" cy="242400"/>
            </a:xfrm>
            <a:custGeom>
              <a:avLst/>
              <a:gdLst/>
              <a:ahLst/>
              <a:cxnLst/>
              <a:rect l="l" t="t" r="r" b="b"/>
              <a:pathLst>
                <a:path w="16928" h="9696" extrusionOk="0">
                  <a:moveTo>
                    <a:pt x="8463" y="1"/>
                  </a:moveTo>
                  <a:cubicBezTo>
                    <a:pt x="4535" y="1"/>
                    <a:pt x="1231" y="2502"/>
                    <a:pt x="1" y="6000"/>
                  </a:cubicBezTo>
                  <a:cubicBezTo>
                    <a:pt x="2112" y="8268"/>
                    <a:pt x="5122" y="9695"/>
                    <a:pt x="8463" y="9695"/>
                  </a:cubicBezTo>
                  <a:cubicBezTo>
                    <a:pt x="11806" y="9695"/>
                    <a:pt x="14817" y="8268"/>
                    <a:pt x="16927" y="6000"/>
                  </a:cubicBezTo>
                  <a:cubicBezTo>
                    <a:pt x="15695" y="2502"/>
                    <a:pt x="12372" y="1"/>
                    <a:pt x="8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87"/>
            <p:cNvSpPr/>
            <p:nvPr/>
          </p:nvSpPr>
          <p:spPr>
            <a:xfrm>
              <a:off x="3370825" y="3881400"/>
              <a:ext cx="3061875" cy="435875"/>
            </a:xfrm>
            <a:custGeom>
              <a:avLst/>
              <a:gdLst/>
              <a:ahLst/>
              <a:cxnLst/>
              <a:rect l="l" t="t" r="r" b="b"/>
              <a:pathLst>
                <a:path w="122475" h="17435" extrusionOk="0">
                  <a:moveTo>
                    <a:pt x="5375" y="0"/>
                  </a:moveTo>
                  <a:cubicBezTo>
                    <a:pt x="2404" y="0"/>
                    <a:pt x="1" y="2403"/>
                    <a:pt x="1" y="5356"/>
                  </a:cubicBezTo>
                  <a:lnTo>
                    <a:pt x="1" y="12079"/>
                  </a:lnTo>
                  <a:cubicBezTo>
                    <a:pt x="1" y="15030"/>
                    <a:pt x="2404" y="17435"/>
                    <a:pt x="5375" y="17435"/>
                  </a:cubicBezTo>
                  <a:lnTo>
                    <a:pt x="117099" y="17435"/>
                  </a:lnTo>
                  <a:cubicBezTo>
                    <a:pt x="120070" y="17435"/>
                    <a:pt x="122475" y="15030"/>
                    <a:pt x="122475" y="12079"/>
                  </a:cubicBezTo>
                  <a:lnTo>
                    <a:pt x="122475" y="5356"/>
                  </a:lnTo>
                  <a:cubicBezTo>
                    <a:pt x="122475" y="2403"/>
                    <a:pt x="120070" y="0"/>
                    <a:pt x="1170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171450" dist="76200" algn="bl" rotWithShape="0">
                <a:srgbClr val="5352EE">
                  <a:alpha val="56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87"/>
            <p:cNvSpPr/>
            <p:nvPr/>
          </p:nvSpPr>
          <p:spPr>
            <a:xfrm>
              <a:off x="4267000" y="4042125"/>
              <a:ext cx="130475" cy="130525"/>
            </a:xfrm>
            <a:custGeom>
              <a:avLst/>
              <a:gdLst/>
              <a:ahLst/>
              <a:cxnLst/>
              <a:rect l="l" t="t" r="r" b="b"/>
              <a:pathLst>
                <a:path w="5219" h="5221" extrusionOk="0">
                  <a:moveTo>
                    <a:pt x="2620" y="1"/>
                  </a:moveTo>
                  <a:cubicBezTo>
                    <a:pt x="1174" y="1"/>
                    <a:pt x="1" y="1174"/>
                    <a:pt x="1" y="2601"/>
                  </a:cubicBezTo>
                  <a:cubicBezTo>
                    <a:pt x="1" y="4048"/>
                    <a:pt x="1174" y="5220"/>
                    <a:pt x="2620" y="5220"/>
                  </a:cubicBezTo>
                  <a:cubicBezTo>
                    <a:pt x="4066" y="5220"/>
                    <a:pt x="5219" y="4048"/>
                    <a:pt x="5219" y="2601"/>
                  </a:cubicBezTo>
                  <a:cubicBezTo>
                    <a:pt x="5219" y="1174"/>
                    <a:pt x="4066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87"/>
            <p:cNvSpPr/>
            <p:nvPr/>
          </p:nvSpPr>
          <p:spPr>
            <a:xfrm>
              <a:off x="3984575" y="4042125"/>
              <a:ext cx="130475" cy="130525"/>
            </a:xfrm>
            <a:custGeom>
              <a:avLst/>
              <a:gdLst/>
              <a:ahLst/>
              <a:cxnLst/>
              <a:rect l="l" t="t" r="r" b="b"/>
              <a:pathLst>
                <a:path w="5219" h="5221" extrusionOk="0">
                  <a:moveTo>
                    <a:pt x="2619" y="1"/>
                  </a:moveTo>
                  <a:cubicBezTo>
                    <a:pt x="1173" y="1"/>
                    <a:pt x="0" y="1174"/>
                    <a:pt x="0" y="2601"/>
                  </a:cubicBezTo>
                  <a:cubicBezTo>
                    <a:pt x="0" y="4048"/>
                    <a:pt x="1173" y="5220"/>
                    <a:pt x="2619" y="5220"/>
                  </a:cubicBezTo>
                  <a:cubicBezTo>
                    <a:pt x="4066" y="5220"/>
                    <a:pt x="5218" y="4048"/>
                    <a:pt x="5218" y="2601"/>
                  </a:cubicBezTo>
                  <a:cubicBezTo>
                    <a:pt x="5218" y="1174"/>
                    <a:pt x="4066" y="1"/>
                    <a:pt x="26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87"/>
            <p:cNvSpPr/>
            <p:nvPr/>
          </p:nvSpPr>
          <p:spPr>
            <a:xfrm>
              <a:off x="3702125" y="4042125"/>
              <a:ext cx="130475" cy="130525"/>
            </a:xfrm>
            <a:custGeom>
              <a:avLst/>
              <a:gdLst/>
              <a:ahLst/>
              <a:cxnLst/>
              <a:rect l="l" t="t" r="r" b="b"/>
              <a:pathLst>
                <a:path w="5219" h="5221" extrusionOk="0">
                  <a:moveTo>
                    <a:pt x="2620" y="1"/>
                  </a:moveTo>
                  <a:cubicBezTo>
                    <a:pt x="1174" y="1"/>
                    <a:pt x="1" y="1174"/>
                    <a:pt x="1" y="2601"/>
                  </a:cubicBezTo>
                  <a:cubicBezTo>
                    <a:pt x="1" y="4048"/>
                    <a:pt x="1174" y="5220"/>
                    <a:pt x="2620" y="5220"/>
                  </a:cubicBezTo>
                  <a:cubicBezTo>
                    <a:pt x="4046" y="5220"/>
                    <a:pt x="5219" y="4048"/>
                    <a:pt x="5219" y="2601"/>
                  </a:cubicBezTo>
                  <a:cubicBezTo>
                    <a:pt x="5219" y="1174"/>
                    <a:pt x="4046" y="1"/>
                    <a:pt x="26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2" name="Google Shape;2312;p87"/>
          <p:cNvSpPr/>
          <p:nvPr/>
        </p:nvSpPr>
        <p:spPr>
          <a:xfrm>
            <a:off x="2882477" y="1782675"/>
            <a:ext cx="654000" cy="654000"/>
          </a:xfrm>
          <a:prstGeom prst="ellipse">
            <a:avLst/>
          </a:prstGeom>
          <a:solidFill>
            <a:schemeClr val="accent2">
              <a:alpha val="50890"/>
            </a:scheme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87"/>
          <p:cNvSpPr/>
          <p:nvPr/>
        </p:nvSpPr>
        <p:spPr>
          <a:xfrm>
            <a:off x="5532675" y="2110263"/>
            <a:ext cx="654000" cy="654000"/>
          </a:xfrm>
          <a:prstGeom prst="ellipse">
            <a:avLst/>
          </a:prstGeom>
          <a:solidFill>
            <a:schemeClr val="accent2">
              <a:alpha val="50890"/>
            </a:scheme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87"/>
          <p:cNvSpPr/>
          <p:nvPr/>
        </p:nvSpPr>
        <p:spPr>
          <a:xfrm>
            <a:off x="4452928" y="3304125"/>
            <a:ext cx="477900" cy="477900"/>
          </a:xfrm>
          <a:prstGeom prst="ellipse">
            <a:avLst/>
          </a:prstGeom>
          <a:solidFill>
            <a:schemeClr val="accent2">
              <a:alpha val="50890"/>
            </a:scheme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5" name="Google Shape;2315;p87"/>
          <p:cNvSpPr/>
          <p:nvPr/>
        </p:nvSpPr>
        <p:spPr>
          <a:xfrm>
            <a:off x="3439666" y="2458150"/>
            <a:ext cx="477900" cy="477900"/>
          </a:xfrm>
          <a:prstGeom prst="ellipse">
            <a:avLst/>
          </a:prstGeom>
          <a:solidFill>
            <a:schemeClr val="accent2">
              <a:alpha val="50890"/>
            </a:schemeClr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0" name="Google Shape;2320;p87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1" name="Google Shape;2321;p87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2" name="Google Shape;2322;p87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3" name="Google Shape;2323;p87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E34CDA-ECE3-98DB-FCE2-D2393960A5EE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0" y="0"/>
            <a:ext cx="9133852" cy="51435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ACDD20-DC68-B621-E6B4-861050E9CB59}"/>
              </a:ext>
            </a:extLst>
          </p:cNvPr>
          <p:cNvSpPr/>
          <p:nvPr/>
        </p:nvSpPr>
        <p:spPr>
          <a:xfrm>
            <a:off x="6061364" y="3574473"/>
            <a:ext cx="3131127" cy="491836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Google Shape;926;p15">
            <a:extLst>
              <a:ext uri="{FF2B5EF4-FFF2-40B4-BE49-F238E27FC236}">
                <a16:creationId xmlns:a16="http://schemas.microsoft.com/office/drawing/2014/main" id="{DA289CCD-5441-A495-3226-E534FA1FF654}"/>
              </a:ext>
            </a:extLst>
          </p:cNvPr>
          <p:cNvSpPr txBox="1">
            <a:spLocks/>
          </p:cNvSpPr>
          <p:nvPr/>
        </p:nvSpPr>
        <p:spPr>
          <a:xfrm>
            <a:off x="5500255" y="3441407"/>
            <a:ext cx="3553690" cy="110836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2800" b="1" dirty="0" err="1">
                <a:solidFill>
                  <a:schemeClr val="bg1"/>
                </a:solidFill>
              </a:rPr>
              <a:t>WebFoxes</a:t>
            </a:r>
            <a:r>
              <a:rPr lang="en-US" sz="2800" b="1" dirty="0">
                <a:solidFill>
                  <a:schemeClr val="bg1"/>
                </a:solidFill>
              </a:rPr>
              <a:t> Team</a:t>
            </a:r>
          </a:p>
          <a:p>
            <a:pPr algn="r"/>
            <a:r>
              <a:rPr lang="en-US" sz="1800" b="1" dirty="0">
                <a:solidFill>
                  <a:schemeClr val="bg2"/>
                </a:solidFill>
              </a:rPr>
              <a:t>Metropolis</a:t>
            </a: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528483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B28A9FD-AB49-4643-A640-B4FEF4897B8D">
            <a:hlinkClick r:id="" action="ppaction://media"/>
            <a:extLst>
              <a:ext uri="{FF2B5EF4-FFF2-40B4-BE49-F238E27FC236}">
                <a16:creationId xmlns:a16="http://schemas.microsoft.com/office/drawing/2014/main" id="{955A44E4-CC0C-7649-B127-146EE3E1384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1391.6666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0512" y="-230679"/>
            <a:ext cx="8562976" cy="560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2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7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2" name="Google Shape;3372;p109"/>
          <p:cNvSpPr/>
          <p:nvPr/>
        </p:nvSpPr>
        <p:spPr>
          <a:xfrm>
            <a:off x="3441976" y="3317925"/>
            <a:ext cx="539400" cy="53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3" name="Google Shape;3373;p109"/>
          <p:cNvSpPr/>
          <p:nvPr/>
        </p:nvSpPr>
        <p:spPr>
          <a:xfrm>
            <a:off x="3441976" y="2253200"/>
            <a:ext cx="539400" cy="5394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4" name="Google Shape;3374;p109"/>
          <p:cNvSpPr/>
          <p:nvPr/>
        </p:nvSpPr>
        <p:spPr>
          <a:xfrm>
            <a:off x="3441976" y="1174137"/>
            <a:ext cx="539400" cy="5394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5" name="Google Shape;3375;p109"/>
          <p:cNvSpPr/>
          <p:nvPr/>
        </p:nvSpPr>
        <p:spPr>
          <a:xfrm>
            <a:off x="6061731" y="1289162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6" name="Google Shape;3376;p109"/>
          <p:cNvSpPr/>
          <p:nvPr/>
        </p:nvSpPr>
        <p:spPr>
          <a:xfrm>
            <a:off x="6061731" y="235387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7" name="Google Shape;3377;p109"/>
          <p:cNvSpPr/>
          <p:nvPr/>
        </p:nvSpPr>
        <p:spPr>
          <a:xfrm>
            <a:off x="1135723" y="2886212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8" name="Google Shape;3378;p109"/>
          <p:cNvSpPr/>
          <p:nvPr/>
        </p:nvSpPr>
        <p:spPr>
          <a:xfrm>
            <a:off x="1135723" y="1821512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9" name="Google Shape;3379;p109"/>
          <p:cNvSpPr/>
          <p:nvPr/>
        </p:nvSpPr>
        <p:spPr>
          <a:xfrm>
            <a:off x="6061731" y="3411700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1" name="Google Shape;3381;p109"/>
          <p:cNvSpPr txBox="1"/>
          <p:nvPr/>
        </p:nvSpPr>
        <p:spPr>
          <a:xfrm>
            <a:off x="6124230" y="1330462"/>
            <a:ext cx="2017947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Analiza problemei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2" name="Google Shape;3382;p109"/>
          <p:cNvSpPr txBox="1"/>
          <p:nvPr/>
        </p:nvSpPr>
        <p:spPr>
          <a:xfrm>
            <a:off x="1562622" y="2936437"/>
            <a:ext cx="14631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Testarea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3" name="Google Shape;3383;p109"/>
          <p:cNvSpPr txBox="1"/>
          <p:nvPr/>
        </p:nvSpPr>
        <p:spPr>
          <a:xfrm>
            <a:off x="1153461" y="1868712"/>
            <a:ext cx="1872261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Planificare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4" name="Google Shape;3384;p109"/>
          <p:cNvSpPr txBox="1"/>
          <p:nvPr/>
        </p:nvSpPr>
        <p:spPr>
          <a:xfrm>
            <a:off x="6061731" y="2399369"/>
            <a:ext cx="2017946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Dezvoltarea</a:t>
            </a:r>
            <a:r>
              <a:rPr lang="ro-MD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paginii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5" name="Google Shape;3385;p109"/>
          <p:cNvSpPr txBox="1"/>
          <p:nvPr/>
        </p:nvSpPr>
        <p:spPr>
          <a:xfrm>
            <a:off x="6124238" y="1612185"/>
            <a:ext cx="2680325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Lipsa paginii web, necesitatea disponibilității online a meniului</a:t>
            </a:r>
            <a:endParaRPr dirty="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3386" name="Google Shape;3386;p109"/>
          <p:cNvSpPr txBox="1"/>
          <p:nvPr/>
        </p:nvSpPr>
        <p:spPr>
          <a:xfrm>
            <a:off x="1159315" y="3214272"/>
            <a:ext cx="186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Adaptarea la cerințele antreprenorului</a:t>
            </a:r>
            <a:endParaRPr dirty="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3387" name="Google Shape;3387;p109"/>
          <p:cNvSpPr txBox="1"/>
          <p:nvPr/>
        </p:nvSpPr>
        <p:spPr>
          <a:xfrm>
            <a:off x="1159315" y="2045207"/>
            <a:ext cx="186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 err="1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Figma</a:t>
            </a:r>
            <a:r>
              <a:rPr lang="ro-MD" dirty="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</a:t>
            </a:r>
            <a:r>
              <a:rPr lang="ro-MD" dirty="0" err="1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Trello</a:t>
            </a:r>
            <a:endParaRPr dirty="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3388" name="Google Shape;3388;p109"/>
          <p:cNvSpPr txBox="1"/>
          <p:nvPr/>
        </p:nvSpPr>
        <p:spPr>
          <a:xfrm>
            <a:off x="6124239" y="2583520"/>
            <a:ext cx="18663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dirty="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HTML CSS </a:t>
            </a:r>
            <a:r>
              <a:rPr lang="ro-MD" dirty="0" err="1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JavaScript</a:t>
            </a:r>
            <a:endParaRPr dirty="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3389" name="Google Shape;3389;p109"/>
          <p:cNvGrpSpPr/>
          <p:nvPr/>
        </p:nvGrpSpPr>
        <p:grpSpPr>
          <a:xfrm flipH="1">
            <a:off x="3532057" y="1942417"/>
            <a:ext cx="337856" cy="93999"/>
            <a:chOff x="5963614" y="809024"/>
            <a:chExt cx="339690" cy="94500"/>
          </a:xfrm>
        </p:grpSpPr>
        <p:sp>
          <p:nvSpPr>
            <p:cNvPr id="3390" name="Google Shape;3390;p10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10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2" name="Google Shape;3392;p109"/>
          <p:cNvGrpSpPr/>
          <p:nvPr/>
        </p:nvGrpSpPr>
        <p:grpSpPr>
          <a:xfrm flipH="1">
            <a:off x="3532057" y="3002246"/>
            <a:ext cx="337856" cy="93999"/>
            <a:chOff x="5963614" y="809024"/>
            <a:chExt cx="339690" cy="94500"/>
          </a:xfrm>
        </p:grpSpPr>
        <p:sp>
          <p:nvSpPr>
            <p:cNvPr id="3393" name="Google Shape;3393;p10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10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5" name="Google Shape;3395;p109"/>
          <p:cNvGrpSpPr/>
          <p:nvPr/>
        </p:nvGrpSpPr>
        <p:grpSpPr>
          <a:xfrm flipH="1">
            <a:off x="5281852" y="1409017"/>
            <a:ext cx="337856" cy="93999"/>
            <a:chOff x="5963614" y="809024"/>
            <a:chExt cx="339690" cy="94500"/>
          </a:xfrm>
        </p:grpSpPr>
        <p:sp>
          <p:nvSpPr>
            <p:cNvPr id="3396" name="Google Shape;3396;p10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10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8" name="Google Shape;3398;p109"/>
          <p:cNvGrpSpPr/>
          <p:nvPr/>
        </p:nvGrpSpPr>
        <p:grpSpPr>
          <a:xfrm flipH="1">
            <a:off x="5281852" y="2488292"/>
            <a:ext cx="337856" cy="93999"/>
            <a:chOff x="5963614" y="809024"/>
            <a:chExt cx="339690" cy="94500"/>
          </a:xfrm>
        </p:grpSpPr>
        <p:sp>
          <p:nvSpPr>
            <p:cNvPr id="3399" name="Google Shape;3399;p10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10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1" name="Google Shape;3401;p109"/>
          <p:cNvGrpSpPr/>
          <p:nvPr/>
        </p:nvGrpSpPr>
        <p:grpSpPr>
          <a:xfrm flipH="1">
            <a:off x="5281852" y="3533761"/>
            <a:ext cx="337856" cy="93999"/>
            <a:chOff x="5963614" y="809024"/>
            <a:chExt cx="339690" cy="94500"/>
          </a:xfrm>
        </p:grpSpPr>
        <p:sp>
          <p:nvSpPr>
            <p:cNvPr id="3402" name="Google Shape;3402;p10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0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04" name="Google Shape;3404;p109"/>
          <p:cNvSpPr/>
          <p:nvPr/>
        </p:nvSpPr>
        <p:spPr>
          <a:xfrm>
            <a:off x="4082723" y="2353862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5" name="Google Shape;3405;p109"/>
          <p:cNvSpPr/>
          <p:nvPr/>
        </p:nvSpPr>
        <p:spPr>
          <a:xfrm>
            <a:off x="5176476" y="1755125"/>
            <a:ext cx="539400" cy="5394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6" name="Google Shape;3406;p109"/>
          <p:cNvSpPr/>
          <p:nvPr/>
        </p:nvSpPr>
        <p:spPr>
          <a:xfrm>
            <a:off x="4082723" y="3418587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7" name="Google Shape;3407;p109"/>
          <p:cNvSpPr/>
          <p:nvPr/>
        </p:nvSpPr>
        <p:spPr>
          <a:xfrm>
            <a:off x="4082723" y="1289137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8" name="Google Shape;3408;p109"/>
          <p:cNvSpPr/>
          <p:nvPr/>
        </p:nvSpPr>
        <p:spPr>
          <a:xfrm>
            <a:off x="4082723" y="1821500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9" name="Google Shape;3409;p109"/>
          <p:cNvSpPr/>
          <p:nvPr/>
        </p:nvSpPr>
        <p:spPr>
          <a:xfrm>
            <a:off x="4082723" y="2886225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0" name="Google Shape;3410;p109"/>
          <p:cNvSpPr txBox="1"/>
          <p:nvPr/>
        </p:nvSpPr>
        <p:spPr>
          <a:xfrm>
            <a:off x="6124231" y="3458212"/>
            <a:ext cx="1573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Optimizare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12" name="Google Shape;3412;p109"/>
          <p:cNvCxnSpPr>
            <a:endCxn id="3408" idx="1"/>
          </p:cNvCxnSpPr>
          <p:nvPr/>
        </p:nvCxnSpPr>
        <p:spPr>
          <a:xfrm>
            <a:off x="3088223" y="1990550"/>
            <a:ext cx="994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413" name="Google Shape;3413;p109"/>
          <p:cNvCxnSpPr>
            <a:stCxn id="3377" idx="3"/>
            <a:endCxn id="3409" idx="1"/>
          </p:cNvCxnSpPr>
          <p:nvPr/>
        </p:nvCxnSpPr>
        <p:spPr>
          <a:xfrm>
            <a:off x="3088123" y="3055262"/>
            <a:ext cx="994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414" name="Google Shape;3414;p109"/>
          <p:cNvCxnSpPr>
            <a:endCxn id="3407" idx="3"/>
          </p:cNvCxnSpPr>
          <p:nvPr/>
        </p:nvCxnSpPr>
        <p:spPr>
          <a:xfrm rot="10800000">
            <a:off x="5075123" y="1458187"/>
            <a:ext cx="986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415" name="Google Shape;3415;p109"/>
          <p:cNvCxnSpPr>
            <a:endCxn id="3404" idx="3"/>
          </p:cNvCxnSpPr>
          <p:nvPr/>
        </p:nvCxnSpPr>
        <p:spPr>
          <a:xfrm rot="10800000">
            <a:off x="5075123" y="2522912"/>
            <a:ext cx="986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3416" name="Google Shape;3416;p109"/>
          <p:cNvCxnSpPr>
            <a:endCxn id="3406" idx="3"/>
          </p:cNvCxnSpPr>
          <p:nvPr/>
        </p:nvCxnSpPr>
        <p:spPr>
          <a:xfrm flipH="1">
            <a:off x="5075123" y="3580737"/>
            <a:ext cx="986700" cy="6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417" name="Google Shape;3417;p109"/>
          <p:cNvSpPr/>
          <p:nvPr/>
        </p:nvSpPr>
        <p:spPr>
          <a:xfrm>
            <a:off x="5176476" y="2802900"/>
            <a:ext cx="539400" cy="539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18" name="Google Shape;3418;p109"/>
          <p:cNvGrpSpPr/>
          <p:nvPr/>
        </p:nvGrpSpPr>
        <p:grpSpPr>
          <a:xfrm>
            <a:off x="3569832" y="3413114"/>
            <a:ext cx="356550" cy="356909"/>
            <a:chOff x="3934666" y="2113020"/>
            <a:chExt cx="374016" cy="374394"/>
          </a:xfrm>
        </p:grpSpPr>
        <p:sp>
          <p:nvSpPr>
            <p:cNvPr id="3419" name="Google Shape;3419;p109"/>
            <p:cNvSpPr/>
            <p:nvPr/>
          </p:nvSpPr>
          <p:spPr>
            <a:xfrm>
              <a:off x="4175608" y="2246068"/>
              <a:ext cx="133075" cy="65728"/>
            </a:xfrm>
            <a:custGeom>
              <a:avLst/>
              <a:gdLst/>
              <a:ahLst/>
              <a:cxnLst/>
              <a:rect l="l" t="t" r="r" b="b"/>
              <a:pathLst>
                <a:path w="4936" h="2438" extrusionOk="0">
                  <a:moveTo>
                    <a:pt x="2031" y="1"/>
                  </a:moveTo>
                  <a:cubicBezTo>
                    <a:pt x="1505" y="1"/>
                    <a:pt x="1054" y="346"/>
                    <a:pt x="888" y="813"/>
                  </a:cubicBezTo>
                  <a:lnTo>
                    <a:pt x="1" y="813"/>
                  </a:lnTo>
                  <a:lnTo>
                    <a:pt x="1" y="1625"/>
                  </a:lnTo>
                  <a:lnTo>
                    <a:pt x="888" y="1625"/>
                  </a:lnTo>
                  <a:cubicBezTo>
                    <a:pt x="1054" y="2107"/>
                    <a:pt x="1505" y="2438"/>
                    <a:pt x="2031" y="2438"/>
                  </a:cubicBezTo>
                  <a:lnTo>
                    <a:pt x="3716" y="2438"/>
                  </a:lnTo>
                  <a:cubicBezTo>
                    <a:pt x="4394" y="2438"/>
                    <a:pt x="4936" y="1896"/>
                    <a:pt x="4936" y="1219"/>
                  </a:cubicBezTo>
                  <a:cubicBezTo>
                    <a:pt x="4936" y="542"/>
                    <a:pt x="4394" y="1"/>
                    <a:pt x="37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09"/>
            <p:cNvSpPr/>
            <p:nvPr/>
          </p:nvSpPr>
          <p:spPr>
            <a:xfrm>
              <a:off x="4175608" y="2355579"/>
              <a:ext cx="133075" cy="66133"/>
            </a:xfrm>
            <a:custGeom>
              <a:avLst/>
              <a:gdLst/>
              <a:ahLst/>
              <a:cxnLst/>
              <a:rect l="l" t="t" r="r" b="b"/>
              <a:pathLst>
                <a:path w="4936" h="2453" extrusionOk="0">
                  <a:moveTo>
                    <a:pt x="2031" y="1"/>
                  </a:moveTo>
                  <a:cubicBezTo>
                    <a:pt x="1505" y="1"/>
                    <a:pt x="1054" y="346"/>
                    <a:pt x="888" y="813"/>
                  </a:cubicBezTo>
                  <a:lnTo>
                    <a:pt x="1" y="813"/>
                  </a:lnTo>
                  <a:lnTo>
                    <a:pt x="1" y="1626"/>
                  </a:lnTo>
                  <a:lnTo>
                    <a:pt x="888" y="1626"/>
                  </a:lnTo>
                  <a:cubicBezTo>
                    <a:pt x="1054" y="2107"/>
                    <a:pt x="1505" y="2453"/>
                    <a:pt x="2031" y="2453"/>
                  </a:cubicBezTo>
                  <a:lnTo>
                    <a:pt x="3716" y="2453"/>
                  </a:lnTo>
                  <a:cubicBezTo>
                    <a:pt x="4394" y="2453"/>
                    <a:pt x="4936" y="1897"/>
                    <a:pt x="4936" y="1219"/>
                  </a:cubicBezTo>
                  <a:cubicBezTo>
                    <a:pt x="4936" y="557"/>
                    <a:pt x="4394" y="1"/>
                    <a:pt x="371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09"/>
            <p:cNvSpPr/>
            <p:nvPr/>
          </p:nvSpPr>
          <p:spPr>
            <a:xfrm>
              <a:off x="4044204" y="2267986"/>
              <a:ext cx="21918" cy="21918"/>
            </a:xfrm>
            <a:custGeom>
              <a:avLst/>
              <a:gdLst/>
              <a:ahLst/>
              <a:cxnLst/>
              <a:rect l="l" t="t" r="r" b="b"/>
              <a:pathLst>
                <a:path w="813" h="813" extrusionOk="0">
                  <a:moveTo>
                    <a:pt x="406" y="0"/>
                  </a:moveTo>
                  <a:cubicBezTo>
                    <a:pt x="181" y="0"/>
                    <a:pt x="0" y="181"/>
                    <a:pt x="0" y="406"/>
                  </a:cubicBezTo>
                  <a:cubicBezTo>
                    <a:pt x="0" y="632"/>
                    <a:pt x="181" y="812"/>
                    <a:pt x="406" y="812"/>
                  </a:cubicBezTo>
                  <a:cubicBezTo>
                    <a:pt x="632" y="812"/>
                    <a:pt x="813" y="632"/>
                    <a:pt x="813" y="406"/>
                  </a:cubicBezTo>
                  <a:cubicBezTo>
                    <a:pt x="813" y="181"/>
                    <a:pt x="632" y="0"/>
                    <a:pt x="4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09"/>
            <p:cNvSpPr/>
            <p:nvPr/>
          </p:nvSpPr>
          <p:spPr>
            <a:xfrm>
              <a:off x="4027975" y="2311769"/>
              <a:ext cx="54378" cy="21945"/>
            </a:xfrm>
            <a:custGeom>
              <a:avLst/>
              <a:gdLst/>
              <a:ahLst/>
              <a:cxnLst/>
              <a:rect l="l" t="t" r="r" b="b"/>
              <a:pathLst>
                <a:path w="2017" h="814" extrusionOk="0">
                  <a:moveTo>
                    <a:pt x="1008" y="1"/>
                  </a:moveTo>
                  <a:cubicBezTo>
                    <a:pt x="602" y="1"/>
                    <a:pt x="225" y="212"/>
                    <a:pt x="0" y="543"/>
                  </a:cubicBezTo>
                  <a:cubicBezTo>
                    <a:pt x="301" y="707"/>
                    <a:pt x="647" y="813"/>
                    <a:pt x="1008" y="813"/>
                  </a:cubicBezTo>
                  <a:cubicBezTo>
                    <a:pt x="1369" y="813"/>
                    <a:pt x="1715" y="707"/>
                    <a:pt x="2016" y="543"/>
                  </a:cubicBezTo>
                  <a:cubicBezTo>
                    <a:pt x="1790" y="212"/>
                    <a:pt x="1415" y="1"/>
                    <a:pt x="10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09"/>
            <p:cNvSpPr/>
            <p:nvPr/>
          </p:nvSpPr>
          <p:spPr>
            <a:xfrm>
              <a:off x="4000394" y="2224176"/>
              <a:ext cx="109538" cy="87620"/>
            </a:xfrm>
            <a:custGeom>
              <a:avLst/>
              <a:gdLst/>
              <a:ahLst/>
              <a:cxnLst/>
              <a:rect l="l" t="t" r="r" b="b"/>
              <a:pathLst>
                <a:path w="4063" h="3250" extrusionOk="0">
                  <a:moveTo>
                    <a:pt x="2031" y="0"/>
                  </a:moveTo>
                  <a:cubicBezTo>
                    <a:pt x="917" y="0"/>
                    <a:pt x="0" y="917"/>
                    <a:pt x="0" y="2031"/>
                  </a:cubicBezTo>
                  <a:cubicBezTo>
                    <a:pt x="0" y="2498"/>
                    <a:pt x="151" y="2903"/>
                    <a:pt x="406" y="3250"/>
                  </a:cubicBezTo>
                  <a:cubicBezTo>
                    <a:pt x="572" y="3024"/>
                    <a:pt x="783" y="2859"/>
                    <a:pt x="1023" y="2723"/>
                  </a:cubicBezTo>
                  <a:cubicBezTo>
                    <a:pt x="887" y="2528"/>
                    <a:pt x="813" y="2287"/>
                    <a:pt x="813" y="2031"/>
                  </a:cubicBezTo>
                  <a:cubicBezTo>
                    <a:pt x="813" y="1369"/>
                    <a:pt x="1354" y="813"/>
                    <a:pt x="2031" y="813"/>
                  </a:cubicBezTo>
                  <a:cubicBezTo>
                    <a:pt x="2708" y="813"/>
                    <a:pt x="3250" y="1369"/>
                    <a:pt x="3250" y="2031"/>
                  </a:cubicBezTo>
                  <a:cubicBezTo>
                    <a:pt x="3250" y="2287"/>
                    <a:pt x="3174" y="2528"/>
                    <a:pt x="3039" y="2723"/>
                  </a:cubicBezTo>
                  <a:cubicBezTo>
                    <a:pt x="3280" y="2859"/>
                    <a:pt x="3491" y="3024"/>
                    <a:pt x="3656" y="3250"/>
                  </a:cubicBezTo>
                  <a:cubicBezTo>
                    <a:pt x="3912" y="2903"/>
                    <a:pt x="4062" y="2498"/>
                    <a:pt x="4062" y="2031"/>
                  </a:cubicBezTo>
                  <a:cubicBezTo>
                    <a:pt x="4062" y="917"/>
                    <a:pt x="3160" y="0"/>
                    <a:pt x="20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09"/>
            <p:cNvSpPr/>
            <p:nvPr/>
          </p:nvSpPr>
          <p:spPr>
            <a:xfrm>
              <a:off x="3934666" y="2178748"/>
              <a:ext cx="240968" cy="242964"/>
            </a:xfrm>
            <a:custGeom>
              <a:avLst/>
              <a:gdLst/>
              <a:ahLst/>
              <a:cxnLst/>
              <a:rect l="l" t="t" r="r" b="b"/>
              <a:pathLst>
                <a:path w="8938" h="9012" extrusionOk="0">
                  <a:moveTo>
                    <a:pt x="2844" y="7372"/>
                  </a:moveTo>
                  <a:cubicBezTo>
                    <a:pt x="3070" y="7372"/>
                    <a:pt x="3251" y="7553"/>
                    <a:pt x="3251" y="7778"/>
                  </a:cubicBezTo>
                  <a:cubicBezTo>
                    <a:pt x="3251" y="8019"/>
                    <a:pt x="3070" y="8185"/>
                    <a:pt x="2844" y="8185"/>
                  </a:cubicBezTo>
                  <a:cubicBezTo>
                    <a:pt x="2619" y="8185"/>
                    <a:pt x="2438" y="8019"/>
                    <a:pt x="2438" y="7778"/>
                  </a:cubicBezTo>
                  <a:cubicBezTo>
                    <a:pt x="2438" y="7553"/>
                    <a:pt x="2619" y="7372"/>
                    <a:pt x="2844" y="7372"/>
                  </a:cubicBezTo>
                  <a:close/>
                  <a:moveTo>
                    <a:pt x="4469" y="7372"/>
                  </a:moveTo>
                  <a:cubicBezTo>
                    <a:pt x="4695" y="7372"/>
                    <a:pt x="4876" y="7553"/>
                    <a:pt x="4876" y="7778"/>
                  </a:cubicBezTo>
                  <a:cubicBezTo>
                    <a:pt x="4876" y="8019"/>
                    <a:pt x="4695" y="8185"/>
                    <a:pt x="4469" y="8185"/>
                  </a:cubicBezTo>
                  <a:cubicBezTo>
                    <a:pt x="4244" y="8185"/>
                    <a:pt x="4063" y="8019"/>
                    <a:pt x="4063" y="7778"/>
                  </a:cubicBezTo>
                  <a:cubicBezTo>
                    <a:pt x="4063" y="7553"/>
                    <a:pt x="4244" y="7372"/>
                    <a:pt x="4469" y="7372"/>
                  </a:cubicBezTo>
                  <a:close/>
                  <a:moveTo>
                    <a:pt x="6094" y="7372"/>
                  </a:moveTo>
                  <a:cubicBezTo>
                    <a:pt x="6320" y="7372"/>
                    <a:pt x="6500" y="7553"/>
                    <a:pt x="6500" y="7778"/>
                  </a:cubicBezTo>
                  <a:cubicBezTo>
                    <a:pt x="6500" y="8019"/>
                    <a:pt x="6320" y="8185"/>
                    <a:pt x="6094" y="8185"/>
                  </a:cubicBezTo>
                  <a:cubicBezTo>
                    <a:pt x="5869" y="8185"/>
                    <a:pt x="5688" y="8019"/>
                    <a:pt x="5688" y="7778"/>
                  </a:cubicBezTo>
                  <a:cubicBezTo>
                    <a:pt x="5688" y="7553"/>
                    <a:pt x="5869" y="7372"/>
                    <a:pt x="6094" y="7372"/>
                  </a:cubicBezTo>
                  <a:close/>
                  <a:moveTo>
                    <a:pt x="1" y="0"/>
                  </a:moveTo>
                  <a:lnTo>
                    <a:pt x="1" y="9012"/>
                  </a:lnTo>
                  <a:lnTo>
                    <a:pt x="8938" y="9012"/>
                  </a:lnTo>
                  <a:lnTo>
                    <a:pt x="8938" y="8185"/>
                  </a:lnTo>
                  <a:lnTo>
                    <a:pt x="7719" y="8185"/>
                  </a:lnTo>
                  <a:cubicBezTo>
                    <a:pt x="7493" y="8185"/>
                    <a:pt x="7313" y="8019"/>
                    <a:pt x="7313" y="7778"/>
                  </a:cubicBezTo>
                  <a:cubicBezTo>
                    <a:pt x="7313" y="7553"/>
                    <a:pt x="7493" y="7372"/>
                    <a:pt x="7719" y="7372"/>
                  </a:cubicBezTo>
                  <a:lnTo>
                    <a:pt x="8938" y="7372"/>
                  </a:lnTo>
                  <a:lnTo>
                    <a:pt x="8938" y="4122"/>
                  </a:lnTo>
                  <a:lnTo>
                    <a:pt x="7283" y="4122"/>
                  </a:lnTo>
                  <a:cubicBezTo>
                    <a:pt x="7087" y="5477"/>
                    <a:pt x="5883" y="6560"/>
                    <a:pt x="4469" y="6560"/>
                  </a:cubicBezTo>
                  <a:cubicBezTo>
                    <a:pt x="2920" y="6560"/>
                    <a:pt x="1626" y="5266"/>
                    <a:pt x="1626" y="3716"/>
                  </a:cubicBezTo>
                  <a:cubicBezTo>
                    <a:pt x="1626" y="2151"/>
                    <a:pt x="2904" y="873"/>
                    <a:pt x="4469" y="873"/>
                  </a:cubicBezTo>
                  <a:cubicBezTo>
                    <a:pt x="5899" y="873"/>
                    <a:pt x="7087" y="1940"/>
                    <a:pt x="7283" y="3310"/>
                  </a:cubicBezTo>
                  <a:lnTo>
                    <a:pt x="8938" y="3310"/>
                  </a:lnTo>
                  <a:lnTo>
                    <a:pt x="89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09"/>
            <p:cNvSpPr/>
            <p:nvPr/>
          </p:nvSpPr>
          <p:spPr>
            <a:xfrm>
              <a:off x="3934666" y="2443603"/>
              <a:ext cx="240968" cy="43810"/>
            </a:xfrm>
            <a:custGeom>
              <a:avLst/>
              <a:gdLst/>
              <a:ahLst/>
              <a:cxnLst/>
              <a:rect l="l" t="t" r="r" b="b"/>
              <a:pathLst>
                <a:path w="8938" h="1625" extrusionOk="0">
                  <a:moveTo>
                    <a:pt x="1" y="0"/>
                  </a:moveTo>
                  <a:lnTo>
                    <a:pt x="1" y="407"/>
                  </a:lnTo>
                  <a:cubicBezTo>
                    <a:pt x="1" y="1069"/>
                    <a:pt x="542" y="1625"/>
                    <a:pt x="1219" y="1625"/>
                  </a:cubicBezTo>
                  <a:lnTo>
                    <a:pt x="7719" y="1625"/>
                  </a:lnTo>
                  <a:cubicBezTo>
                    <a:pt x="8396" y="1625"/>
                    <a:pt x="8938" y="1069"/>
                    <a:pt x="8938" y="407"/>
                  </a:cubicBezTo>
                  <a:lnTo>
                    <a:pt x="893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09"/>
            <p:cNvSpPr/>
            <p:nvPr/>
          </p:nvSpPr>
          <p:spPr>
            <a:xfrm>
              <a:off x="3934666" y="2113020"/>
              <a:ext cx="240968" cy="43837"/>
            </a:xfrm>
            <a:custGeom>
              <a:avLst/>
              <a:gdLst/>
              <a:ahLst/>
              <a:cxnLst/>
              <a:rect l="l" t="t" r="r" b="b"/>
              <a:pathLst>
                <a:path w="8938" h="1626" extrusionOk="0">
                  <a:moveTo>
                    <a:pt x="1219" y="1"/>
                  </a:moveTo>
                  <a:cubicBezTo>
                    <a:pt x="542" y="1"/>
                    <a:pt x="1" y="557"/>
                    <a:pt x="1" y="1219"/>
                  </a:cubicBezTo>
                  <a:lnTo>
                    <a:pt x="1" y="1626"/>
                  </a:lnTo>
                  <a:lnTo>
                    <a:pt x="8938" y="1626"/>
                  </a:lnTo>
                  <a:lnTo>
                    <a:pt x="8938" y="1219"/>
                  </a:lnTo>
                  <a:cubicBezTo>
                    <a:pt x="8938" y="557"/>
                    <a:pt x="8396" y="1"/>
                    <a:pt x="771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7" name="Google Shape;3427;p109"/>
          <p:cNvGrpSpPr/>
          <p:nvPr/>
        </p:nvGrpSpPr>
        <p:grpSpPr>
          <a:xfrm>
            <a:off x="5272098" y="2896230"/>
            <a:ext cx="345349" cy="345373"/>
            <a:chOff x="6428843" y="2117468"/>
            <a:chExt cx="384962" cy="384989"/>
          </a:xfrm>
        </p:grpSpPr>
        <p:sp>
          <p:nvSpPr>
            <p:cNvPr id="3428" name="Google Shape;3428;p109"/>
            <p:cNvSpPr/>
            <p:nvPr/>
          </p:nvSpPr>
          <p:spPr>
            <a:xfrm>
              <a:off x="6610176" y="2254183"/>
              <a:ext cx="22296" cy="22727"/>
            </a:xfrm>
            <a:custGeom>
              <a:avLst/>
              <a:gdLst/>
              <a:ahLst/>
              <a:cxnLst/>
              <a:rect l="l" t="t" r="r" b="b"/>
              <a:pathLst>
                <a:path w="827" h="843" extrusionOk="0">
                  <a:moveTo>
                    <a:pt x="421" y="0"/>
                  </a:moveTo>
                  <a:cubicBezTo>
                    <a:pt x="181" y="0"/>
                    <a:pt x="0" y="195"/>
                    <a:pt x="0" y="422"/>
                  </a:cubicBezTo>
                  <a:cubicBezTo>
                    <a:pt x="0" y="647"/>
                    <a:pt x="181" y="843"/>
                    <a:pt x="421" y="843"/>
                  </a:cubicBezTo>
                  <a:cubicBezTo>
                    <a:pt x="646" y="843"/>
                    <a:pt x="827" y="647"/>
                    <a:pt x="827" y="422"/>
                  </a:cubicBezTo>
                  <a:cubicBezTo>
                    <a:pt x="827" y="195"/>
                    <a:pt x="646" y="0"/>
                    <a:pt x="4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109"/>
            <p:cNvSpPr/>
            <p:nvPr/>
          </p:nvSpPr>
          <p:spPr>
            <a:xfrm>
              <a:off x="6428843" y="2254182"/>
              <a:ext cx="384962" cy="248275"/>
            </a:xfrm>
            <a:custGeom>
              <a:avLst/>
              <a:gdLst/>
              <a:ahLst/>
              <a:cxnLst/>
              <a:rect l="l" t="t" r="r" b="b"/>
              <a:pathLst>
                <a:path w="14279" h="9209" extrusionOk="0">
                  <a:moveTo>
                    <a:pt x="452" y="0"/>
                  </a:moveTo>
                  <a:cubicBezTo>
                    <a:pt x="211" y="0"/>
                    <a:pt x="0" y="195"/>
                    <a:pt x="0" y="422"/>
                  </a:cubicBezTo>
                  <a:lnTo>
                    <a:pt x="0" y="2091"/>
                  </a:lnTo>
                  <a:cubicBezTo>
                    <a:pt x="0" y="2332"/>
                    <a:pt x="211" y="2512"/>
                    <a:pt x="452" y="2512"/>
                  </a:cubicBezTo>
                  <a:lnTo>
                    <a:pt x="888" y="2512"/>
                  </a:lnTo>
                  <a:cubicBezTo>
                    <a:pt x="1023" y="4665"/>
                    <a:pt x="2257" y="6514"/>
                    <a:pt x="4018" y="7538"/>
                  </a:cubicBezTo>
                  <a:lnTo>
                    <a:pt x="2543" y="7538"/>
                  </a:lnTo>
                  <a:lnTo>
                    <a:pt x="2543" y="7116"/>
                  </a:lnTo>
                  <a:cubicBezTo>
                    <a:pt x="2543" y="6891"/>
                    <a:pt x="2347" y="6695"/>
                    <a:pt x="2122" y="6695"/>
                  </a:cubicBezTo>
                  <a:lnTo>
                    <a:pt x="452" y="6695"/>
                  </a:lnTo>
                  <a:cubicBezTo>
                    <a:pt x="211" y="6695"/>
                    <a:pt x="0" y="6891"/>
                    <a:pt x="0" y="7116"/>
                  </a:cubicBezTo>
                  <a:lnTo>
                    <a:pt x="0" y="8787"/>
                  </a:lnTo>
                  <a:cubicBezTo>
                    <a:pt x="0" y="9028"/>
                    <a:pt x="211" y="9208"/>
                    <a:pt x="452" y="9208"/>
                  </a:cubicBezTo>
                  <a:lnTo>
                    <a:pt x="2122" y="9208"/>
                  </a:lnTo>
                  <a:cubicBezTo>
                    <a:pt x="2347" y="9208"/>
                    <a:pt x="2543" y="9028"/>
                    <a:pt x="2543" y="8787"/>
                  </a:cubicBezTo>
                  <a:lnTo>
                    <a:pt x="2543" y="8380"/>
                  </a:lnTo>
                  <a:lnTo>
                    <a:pt x="11751" y="8380"/>
                  </a:lnTo>
                  <a:lnTo>
                    <a:pt x="11751" y="8787"/>
                  </a:lnTo>
                  <a:cubicBezTo>
                    <a:pt x="11751" y="9028"/>
                    <a:pt x="11932" y="9208"/>
                    <a:pt x="12157" y="9208"/>
                  </a:cubicBezTo>
                  <a:lnTo>
                    <a:pt x="13842" y="9208"/>
                  </a:lnTo>
                  <a:cubicBezTo>
                    <a:pt x="14068" y="9208"/>
                    <a:pt x="14279" y="9028"/>
                    <a:pt x="14279" y="8787"/>
                  </a:cubicBezTo>
                  <a:lnTo>
                    <a:pt x="14279" y="7116"/>
                  </a:lnTo>
                  <a:cubicBezTo>
                    <a:pt x="14279" y="6891"/>
                    <a:pt x="14068" y="6695"/>
                    <a:pt x="13842" y="6695"/>
                  </a:cubicBezTo>
                  <a:lnTo>
                    <a:pt x="12157" y="6695"/>
                  </a:lnTo>
                  <a:cubicBezTo>
                    <a:pt x="11932" y="6695"/>
                    <a:pt x="11751" y="6891"/>
                    <a:pt x="11751" y="7116"/>
                  </a:cubicBezTo>
                  <a:lnTo>
                    <a:pt x="11751" y="7538"/>
                  </a:lnTo>
                  <a:lnTo>
                    <a:pt x="10261" y="7538"/>
                  </a:lnTo>
                  <a:cubicBezTo>
                    <a:pt x="12036" y="6514"/>
                    <a:pt x="13256" y="4665"/>
                    <a:pt x="13391" y="2512"/>
                  </a:cubicBezTo>
                  <a:lnTo>
                    <a:pt x="13842" y="2512"/>
                  </a:lnTo>
                  <a:cubicBezTo>
                    <a:pt x="14068" y="2512"/>
                    <a:pt x="14279" y="2332"/>
                    <a:pt x="14279" y="2091"/>
                  </a:cubicBezTo>
                  <a:lnTo>
                    <a:pt x="14279" y="422"/>
                  </a:lnTo>
                  <a:cubicBezTo>
                    <a:pt x="14279" y="195"/>
                    <a:pt x="14068" y="0"/>
                    <a:pt x="13842" y="0"/>
                  </a:cubicBezTo>
                  <a:lnTo>
                    <a:pt x="12157" y="0"/>
                  </a:lnTo>
                  <a:cubicBezTo>
                    <a:pt x="11932" y="0"/>
                    <a:pt x="11751" y="195"/>
                    <a:pt x="11751" y="422"/>
                  </a:cubicBezTo>
                  <a:lnTo>
                    <a:pt x="11751" y="2091"/>
                  </a:lnTo>
                  <a:cubicBezTo>
                    <a:pt x="11751" y="2332"/>
                    <a:pt x="11932" y="2512"/>
                    <a:pt x="12157" y="2512"/>
                  </a:cubicBezTo>
                  <a:lnTo>
                    <a:pt x="12564" y="2512"/>
                  </a:lnTo>
                  <a:cubicBezTo>
                    <a:pt x="12353" y="5327"/>
                    <a:pt x="10006" y="7538"/>
                    <a:pt x="7147" y="7538"/>
                  </a:cubicBezTo>
                  <a:cubicBezTo>
                    <a:pt x="4289" y="7538"/>
                    <a:pt x="1942" y="5327"/>
                    <a:pt x="1715" y="2512"/>
                  </a:cubicBezTo>
                  <a:lnTo>
                    <a:pt x="2122" y="2512"/>
                  </a:lnTo>
                  <a:cubicBezTo>
                    <a:pt x="2347" y="2512"/>
                    <a:pt x="2543" y="2332"/>
                    <a:pt x="2543" y="2091"/>
                  </a:cubicBezTo>
                  <a:lnTo>
                    <a:pt x="2543" y="422"/>
                  </a:lnTo>
                  <a:cubicBezTo>
                    <a:pt x="2543" y="195"/>
                    <a:pt x="2347" y="0"/>
                    <a:pt x="21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09"/>
            <p:cNvSpPr/>
            <p:nvPr/>
          </p:nvSpPr>
          <p:spPr>
            <a:xfrm>
              <a:off x="6565126" y="2117468"/>
              <a:ext cx="112801" cy="46695"/>
            </a:xfrm>
            <a:custGeom>
              <a:avLst/>
              <a:gdLst/>
              <a:ahLst/>
              <a:cxnLst/>
              <a:rect l="l" t="t" r="r" b="b"/>
              <a:pathLst>
                <a:path w="4184" h="1732" extrusionOk="0">
                  <a:moveTo>
                    <a:pt x="407" y="1"/>
                  </a:moveTo>
                  <a:cubicBezTo>
                    <a:pt x="181" y="1"/>
                    <a:pt x="0" y="181"/>
                    <a:pt x="0" y="422"/>
                  </a:cubicBezTo>
                  <a:lnTo>
                    <a:pt x="0" y="1731"/>
                  </a:lnTo>
                  <a:lnTo>
                    <a:pt x="4183" y="1731"/>
                  </a:lnTo>
                  <a:lnTo>
                    <a:pt x="4183" y="422"/>
                  </a:lnTo>
                  <a:cubicBezTo>
                    <a:pt x="4183" y="181"/>
                    <a:pt x="3988" y="1"/>
                    <a:pt x="37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09"/>
            <p:cNvSpPr/>
            <p:nvPr/>
          </p:nvSpPr>
          <p:spPr>
            <a:xfrm>
              <a:off x="6518890" y="2186432"/>
              <a:ext cx="205273" cy="247870"/>
            </a:xfrm>
            <a:custGeom>
              <a:avLst/>
              <a:gdLst/>
              <a:ahLst/>
              <a:cxnLst/>
              <a:rect l="l" t="t" r="r" b="b"/>
              <a:pathLst>
                <a:path w="7614" h="9194" extrusionOk="0">
                  <a:moveTo>
                    <a:pt x="1294" y="0"/>
                  </a:moveTo>
                  <a:cubicBezTo>
                    <a:pt x="1053" y="0"/>
                    <a:pt x="873" y="196"/>
                    <a:pt x="873" y="422"/>
                  </a:cubicBezTo>
                  <a:cubicBezTo>
                    <a:pt x="873" y="662"/>
                    <a:pt x="1053" y="843"/>
                    <a:pt x="1294" y="843"/>
                  </a:cubicBezTo>
                  <a:lnTo>
                    <a:pt x="1581" y="843"/>
                  </a:lnTo>
                  <a:cubicBezTo>
                    <a:pt x="1370" y="1836"/>
                    <a:pt x="889" y="2739"/>
                    <a:pt x="151" y="3476"/>
                  </a:cubicBezTo>
                  <a:cubicBezTo>
                    <a:pt x="0" y="3641"/>
                    <a:pt x="0" y="3898"/>
                    <a:pt x="151" y="4063"/>
                  </a:cubicBezTo>
                  <a:cubicBezTo>
                    <a:pt x="1415" y="5326"/>
                    <a:pt x="1942" y="6771"/>
                    <a:pt x="2558" y="8441"/>
                  </a:cubicBezTo>
                  <a:cubicBezTo>
                    <a:pt x="2648" y="8652"/>
                    <a:pt x="2739" y="8877"/>
                    <a:pt x="2814" y="9103"/>
                  </a:cubicBezTo>
                  <a:cubicBezTo>
                    <a:pt x="2995" y="9148"/>
                    <a:pt x="3190" y="9178"/>
                    <a:pt x="3386" y="9194"/>
                  </a:cubicBezTo>
                  <a:lnTo>
                    <a:pt x="3386" y="4108"/>
                  </a:lnTo>
                  <a:cubicBezTo>
                    <a:pt x="2889" y="3942"/>
                    <a:pt x="2544" y="3476"/>
                    <a:pt x="2544" y="2935"/>
                  </a:cubicBezTo>
                  <a:cubicBezTo>
                    <a:pt x="2544" y="2243"/>
                    <a:pt x="3115" y="1685"/>
                    <a:pt x="3807" y="1685"/>
                  </a:cubicBezTo>
                  <a:cubicBezTo>
                    <a:pt x="4499" y="1685"/>
                    <a:pt x="5056" y="2243"/>
                    <a:pt x="5056" y="2935"/>
                  </a:cubicBezTo>
                  <a:cubicBezTo>
                    <a:pt x="5056" y="3476"/>
                    <a:pt x="4710" y="3942"/>
                    <a:pt x="4213" y="4108"/>
                  </a:cubicBezTo>
                  <a:lnTo>
                    <a:pt x="4213" y="9194"/>
                  </a:lnTo>
                  <a:cubicBezTo>
                    <a:pt x="4409" y="9178"/>
                    <a:pt x="4604" y="9148"/>
                    <a:pt x="4785" y="9103"/>
                  </a:cubicBezTo>
                  <a:cubicBezTo>
                    <a:pt x="4875" y="8877"/>
                    <a:pt x="4951" y="8652"/>
                    <a:pt x="5041" y="8441"/>
                  </a:cubicBezTo>
                  <a:cubicBezTo>
                    <a:pt x="5657" y="6771"/>
                    <a:pt x="6185" y="5326"/>
                    <a:pt x="7448" y="4063"/>
                  </a:cubicBezTo>
                  <a:cubicBezTo>
                    <a:pt x="7613" y="3898"/>
                    <a:pt x="7613" y="3641"/>
                    <a:pt x="7448" y="3476"/>
                  </a:cubicBezTo>
                  <a:cubicBezTo>
                    <a:pt x="6711" y="2739"/>
                    <a:pt x="6229" y="1836"/>
                    <a:pt x="6018" y="843"/>
                  </a:cubicBezTo>
                  <a:lnTo>
                    <a:pt x="6305" y="843"/>
                  </a:lnTo>
                  <a:cubicBezTo>
                    <a:pt x="6546" y="843"/>
                    <a:pt x="6726" y="662"/>
                    <a:pt x="6726" y="422"/>
                  </a:cubicBezTo>
                  <a:cubicBezTo>
                    <a:pt x="6726" y="196"/>
                    <a:pt x="6546" y="0"/>
                    <a:pt x="63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2" name="Google Shape;3432;p109"/>
          <p:cNvGrpSpPr/>
          <p:nvPr/>
        </p:nvGrpSpPr>
        <p:grpSpPr>
          <a:xfrm>
            <a:off x="5263266" y="1869142"/>
            <a:ext cx="337840" cy="337840"/>
            <a:chOff x="811754" y="3330695"/>
            <a:chExt cx="397552" cy="397552"/>
          </a:xfrm>
        </p:grpSpPr>
        <p:sp>
          <p:nvSpPr>
            <p:cNvPr id="3433" name="Google Shape;3433;p109"/>
            <p:cNvSpPr/>
            <p:nvPr/>
          </p:nvSpPr>
          <p:spPr>
            <a:xfrm>
              <a:off x="928195" y="3541199"/>
              <a:ext cx="281112" cy="187048"/>
            </a:xfrm>
            <a:custGeom>
              <a:avLst/>
              <a:gdLst/>
              <a:ahLst/>
              <a:cxnLst/>
              <a:rect l="l" t="t" r="r" b="b"/>
              <a:pathLst>
                <a:path w="10427" h="6938" extrusionOk="0">
                  <a:moveTo>
                    <a:pt x="2151" y="1732"/>
                  </a:moveTo>
                  <a:cubicBezTo>
                    <a:pt x="2392" y="1732"/>
                    <a:pt x="2588" y="1927"/>
                    <a:pt x="2588" y="2153"/>
                  </a:cubicBezTo>
                  <a:cubicBezTo>
                    <a:pt x="2588" y="2394"/>
                    <a:pt x="2392" y="2589"/>
                    <a:pt x="2151" y="2589"/>
                  </a:cubicBezTo>
                  <a:cubicBezTo>
                    <a:pt x="1926" y="2589"/>
                    <a:pt x="1730" y="2394"/>
                    <a:pt x="1730" y="2153"/>
                  </a:cubicBezTo>
                  <a:cubicBezTo>
                    <a:pt x="1730" y="1927"/>
                    <a:pt x="1926" y="1732"/>
                    <a:pt x="2151" y="1732"/>
                  </a:cubicBezTo>
                  <a:close/>
                  <a:moveTo>
                    <a:pt x="3912" y="1732"/>
                  </a:moveTo>
                  <a:cubicBezTo>
                    <a:pt x="4153" y="1732"/>
                    <a:pt x="4348" y="1927"/>
                    <a:pt x="4348" y="2153"/>
                  </a:cubicBezTo>
                  <a:cubicBezTo>
                    <a:pt x="4348" y="2394"/>
                    <a:pt x="4153" y="2589"/>
                    <a:pt x="3912" y="2589"/>
                  </a:cubicBezTo>
                  <a:cubicBezTo>
                    <a:pt x="3672" y="2589"/>
                    <a:pt x="3491" y="2394"/>
                    <a:pt x="3491" y="2153"/>
                  </a:cubicBezTo>
                  <a:cubicBezTo>
                    <a:pt x="3491" y="1927"/>
                    <a:pt x="3672" y="1732"/>
                    <a:pt x="3912" y="1732"/>
                  </a:cubicBezTo>
                  <a:close/>
                  <a:moveTo>
                    <a:pt x="5672" y="1732"/>
                  </a:moveTo>
                  <a:cubicBezTo>
                    <a:pt x="5913" y="1732"/>
                    <a:pt x="6109" y="1927"/>
                    <a:pt x="6109" y="2153"/>
                  </a:cubicBezTo>
                  <a:cubicBezTo>
                    <a:pt x="6109" y="2394"/>
                    <a:pt x="5913" y="2589"/>
                    <a:pt x="5672" y="2589"/>
                  </a:cubicBezTo>
                  <a:cubicBezTo>
                    <a:pt x="5431" y="2589"/>
                    <a:pt x="5236" y="2394"/>
                    <a:pt x="5236" y="2153"/>
                  </a:cubicBezTo>
                  <a:cubicBezTo>
                    <a:pt x="5236" y="1927"/>
                    <a:pt x="5431" y="1732"/>
                    <a:pt x="5672" y="1732"/>
                  </a:cubicBezTo>
                  <a:close/>
                  <a:moveTo>
                    <a:pt x="2151" y="1"/>
                  </a:moveTo>
                  <a:cubicBezTo>
                    <a:pt x="964" y="1"/>
                    <a:pt x="1" y="964"/>
                    <a:pt x="1" y="2153"/>
                  </a:cubicBezTo>
                  <a:lnTo>
                    <a:pt x="1" y="3025"/>
                  </a:lnTo>
                  <a:cubicBezTo>
                    <a:pt x="1" y="4213"/>
                    <a:pt x="964" y="5176"/>
                    <a:pt x="2151" y="5176"/>
                  </a:cubicBezTo>
                  <a:lnTo>
                    <a:pt x="6364" y="5176"/>
                  </a:lnTo>
                  <a:lnTo>
                    <a:pt x="7959" y="6817"/>
                  </a:lnTo>
                  <a:cubicBezTo>
                    <a:pt x="8039" y="6897"/>
                    <a:pt x="8153" y="6937"/>
                    <a:pt x="8265" y="6937"/>
                  </a:cubicBezTo>
                  <a:cubicBezTo>
                    <a:pt x="8321" y="6937"/>
                    <a:pt x="8376" y="6927"/>
                    <a:pt x="8426" y="6907"/>
                  </a:cubicBezTo>
                  <a:cubicBezTo>
                    <a:pt x="8591" y="6847"/>
                    <a:pt x="8697" y="6681"/>
                    <a:pt x="8697" y="6500"/>
                  </a:cubicBezTo>
                  <a:lnTo>
                    <a:pt x="8697" y="5146"/>
                  </a:lnTo>
                  <a:cubicBezTo>
                    <a:pt x="9674" y="4936"/>
                    <a:pt x="10426" y="4063"/>
                    <a:pt x="10426" y="3025"/>
                  </a:cubicBezTo>
                  <a:lnTo>
                    <a:pt x="10426" y="2153"/>
                  </a:lnTo>
                  <a:cubicBezTo>
                    <a:pt x="10426" y="964"/>
                    <a:pt x="9449" y="1"/>
                    <a:pt x="82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09"/>
            <p:cNvSpPr/>
            <p:nvPr/>
          </p:nvSpPr>
          <p:spPr>
            <a:xfrm>
              <a:off x="811754" y="3330695"/>
              <a:ext cx="397552" cy="257171"/>
            </a:xfrm>
            <a:custGeom>
              <a:avLst/>
              <a:gdLst/>
              <a:ahLst/>
              <a:cxnLst/>
              <a:rect l="l" t="t" r="r" b="b"/>
              <a:pathLst>
                <a:path w="14746" h="9539" extrusionOk="0">
                  <a:moveTo>
                    <a:pt x="2153" y="1730"/>
                  </a:moveTo>
                  <a:cubicBezTo>
                    <a:pt x="2394" y="1730"/>
                    <a:pt x="2589" y="1927"/>
                    <a:pt x="2589" y="2167"/>
                  </a:cubicBezTo>
                  <a:cubicBezTo>
                    <a:pt x="2589" y="2392"/>
                    <a:pt x="2394" y="2589"/>
                    <a:pt x="2153" y="2589"/>
                  </a:cubicBezTo>
                  <a:cubicBezTo>
                    <a:pt x="1912" y="2589"/>
                    <a:pt x="1732" y="2392"/>
                    <a:pt x="1732" y="2167"/>
                  </a:cubicBezTo>
                  <a:cubicBezTo>
                    <a:pt x="1732" y="1927"/>
                    <a:pt x="1912" y="1730"/>
                    <a:pt x="2153" y="1730"/>
                  </a:cubicBezTo>
                  <a:close/>
                  <a:moveTo>
                    <a:pt x="12579" y="1730"/>
                  </a:moveTo>
                  <a:cubicBezTo>
                    <a:pt x="12820" y="1730"/>
                    <a:pt x="13016" y="1927"/>
                    <a:pt x="13016" y="2167"/>
                  </a:cubicBezTo>
                  <a:cubicBezTo>
                    <a:pt x="13016" y="2392"/>
                    <a:pt x="12820" y="2589"/>
                    <a:pt x="12579" y="2589"/>
                  </a:cubicBezTo>
                  <a:lnTo>
                    <a:pt x="3883" y="2589"/>
                  </a:lnTo>
                  <a:cubicBezTo>
                    <a:pt x="3642" y="2589"/>
                    <a:pt x="3447" y="2392"/>
                    <a:pt x="3447" y="2167"/>
                  </a:cubicBezTo>
                  <a:cubicBezTo>
                    <a:pt x="3447" y="1927"/>
                    <a:pt x="3642" y="1730"/>
                    <a:pt x="3883" y="1730"/>
                  </a:cubicBezTo>
                  <a:close/>
                  <a:moveTo>
                    <a:pt x="2153" y="3461"/>
                  </a:moveTo>
                  <a:cubicBezTo>
                    <a:pt x="2394" y="3461"/>
                    <a:pt x="2589" y="3656"/>
                    <a:pt x="2589" y="3882"/>
                  </a:cubicBezTo>
                  <a:cubicBezTo>
                    <a:pt x="2589" y="4123"/>
                    <a:pt x="2394" y="4318"/>
                    <a:pt x="2153" y="4318"/>
                  </a:cubicBezTo>
                  <a:cubicBezTo>
                    <a:pt x="1912" y="4318"/>
                    <a:pt x="1732" y="4123"/>
                    <a:pt x="1732" y="3882"/>
                  </a:cubicBezTo>
                  <a:cubicBezTo>
                    <a:pt x="1732" y="3656"/>
                    <a:pt x="1912" y="3461"/>
                    <a:pt x="2153" y="3461"/>
                  </a:cubicBezTo>
                  <a:close/>
                  <a:moveTo>
                    <a:pt x="12579" y="3461"/>
                  </a:moveTo>
                  <a:cubicBezTo>
                    <a:pt x="12820" y="3461"/>
                    <a:pt x="13016" y="3656"/>
                    <a:pt x="13016" y="3882"/>
                  </a:cubicBezTo>
                  <a:cubicBezTo>
                    <a:pt x="13016" y="4123"/>
                    <a:pt x="12820" y="4318"/>
                    <a:pt x="12579" y="4318"/>
                  </a:cubicBezTo>
                  <a:lnTo>
                    <a:pt x="3883" y="4318"/>
                  </a:lnTo>
                  <a:cubicBezTo>
                    <a:pt x="3642" y="4318"/>
                    <a:pt x="3447" y="4123"/>
                    <a:pt x="3447" y="3882"/>
                  </a:cubicBezTo>
                  <a:cubicBezTo>
                    <a:pt x="3447" y="3656"/>
                    <a:pt x="3642" y="3461"/>
                    <a:pt x="3883" y="3461"/>
                  </a:cubicBezTo>
                  <a:close/>
                  <a:moveTo>
                    <a:pt x="2153" y="1"/>
                  </a:moveTo>
                  <a:cubicBezTo>
                    <a:pt x="964" y="1"/>
                    <a:pt x="1" y="964"/>
                    <a:pt x="1" y="2167"/>
                  </a:cubicBezTo>
                  <a:lnTo>
                    <a:pt x="1" y="4755"/>
                  </a:lnTo>
                  <a:cubicBezTo>
                    <a:pt x="1" y="5793"/>
                    <a:pt x="739" y="6695"/>
                    <a:pt x="1732" y="6906"/>
                  </a:cubicBezTo>
                  <a:lnTo>
                    <a:pt x="1732" y="9103"/>
                  </a:lnTo>
                  <a:cubicBezTo>
                    <a:pt x="1732" y="9283"/>
                    <a:pt x="1837" y="9434"/>
                    <a:pt x="1987" y="9509"/>
                  </a:cubicBezTo>
                  <a:cubicBezTo>
                    <a:pt x="2041" y="9529"/>
                    <a:pt x="2096" y="9539"/>
                    <a:pt x="2151" y="9539"/>
                  </a:cubicBezTo>
                  <a:cubicBezTo>
                    <a:pt x="2265" y="9539"/>
                    <a:pt x="2377" y="9495"/>
                    <a:pt x="2468" y="9404"/>
                  </a:cubicBezTo>
                  <a:lnTo>
                    <a:pt x="4921" y="6936"/>
                  </a:lnTo>
                  <a:lnTo>
                    <a:pt x="12579" y="6936"/>
                  </a:lnTo>
                  <a:cubicBezTo>
                    <a:pt x="13768" y="6936"/>
                    <a:pt x="14745" y="5943"/>
                    <a:pt x="14745" y="4755"/>
                  </a:cubicBezTo>
                  <a:lnTo>
                    <a:pt x="14745" y="2167"/>
                  </a:lnTo>
                  <a:cubicBezTo>
                    <a:pt x="14745" y="964"/>
                    <a:pt x="13768" y="1"/>
                    <a:pt x="125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5" name="Google Shape;3435;p109"/>
          <p:cNvGrpSpPr/>
          <p:nvPr/>
        </p:nvGrpSpPr>
        <p:grpSpPr>
          <a:xfrm>
            <a:off x="3580264" y="1260159"/>
            <a:ext cx="240781" cy="367005"/>
            <a:chOff x="6424395" y="3330668"/>
            <a:chExt cx="260811" cy="397579"/>
          </a:xfrm>
        </p:grpSpPr>
        <p:sp>
          <p:nvSpPr>
            <p:cNvPr id="3436" name="Google Shape;3436;p109"/>
            <p:cNvSpPr/>
            <p:nvPr/>
          </p:nvSpPr>
          <p:spPr>
            <a:xfrm>
              <a:off x="6529863" y="3439802"/>
              <a:ext cx="53947" cy="38148"/>
            </a:xfrm>
            <a:custGeom>
              <a:avLst/>
              <a:gdLst/>
              <a:ahLst/>
              <a:cxnLst/>
              <a:rect l="l" t="t" r="r" b="b"/>
              <a:pathLst>
                <a:path w="2001" h="1415" extrusionOk="0">
                  <a:moveTo>
                    <a:pt x="602" y="0"/>
                  </a:moveTo>
                  <a:lnTo>
                    <a:pt x="0" y="588"/>
                  </a:lnTo>
                  <a:lnTo>
                    <a:pt x="1204" y="1190"/>
                  </a:lnTo>
                  <a:cubicBezTo>
                    <a:pt x="1294" y="1234"/>
                    <a:pt x="1369" y="1324"/>
                    <a:pt x="1414" y="1415"/>
                  </a:cubicBezTo>
                  <a:lnTo>
                    <a:pt x="2001" y="828"/>
                  </a:lnTo>
                  <a:lnTo>
                    <a:pt x="813" y="227"/>
                  </a:lnTo>
                  <a:cubicBezTo>
                    <a:pt x="707" y="181"/>
                    <a:pt x="632" y="91"/>
                    <a:pt x="6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09"/>
            <p:cNvSpPr/>
            <p:nvPr/>
          </p:nvSpPr>
          <p:spPr>
            <a:xfrm>
              <a:off x="6424395" y="3330668"/>
              <a:ext cx="260811" cy="279521"/>
            </a:xfrm>
            <a:custGeom>
              <a:avLst/>
              <a:gdLst/>
              <a:ahLst/>
              <a:cxnLst/>
              <a:rect l="l" t="t" r="r" b="b"/>
              <a:pathLst>
                <a:path w="9674" h="10368" extrusionOk="0">
                  <a:moveTo>
                    <a:pt x="5782" y="1727"/>
                  </a:moveTo>
                  <a:cubicBezTo>
                    <a:pt x="5871" y="1727"/>
                    <a:pt x="5959" y="1754"/>
                    <a:pt x="6033" y="1807"/>
                  </a:cubicBezTo>
                  <a:cubicBezTo>
                    <a:pt x="6199" y="1942"/>
                    <a:pt x="6259" y="2168"/>
                    <a:pt x="6169" y="2349"/>
                  </a:cubicBezTo>
                  <a:lnTo>
                    <a:pt x="5491" y="3703"/>
                  </a:lnTo>
                  <a:lnTo>
                    <a:pt x="6831" y="4365"/>
                  </a:lnTo>
                  <a:cubicBezTo>
                    <a:pt x="6966" y="4425"/>
                    <a:pt x="7042" y="4545"/>
                    <a:pt x="7072" y="4680"/>
                  </a:cubicBezTo>
                  <a:cubicBezTo>
                    <a:pt x="7086" y="4816"/>
                    <a:pt x="7042" y="4967"/>
                    <a:pt x="6951" y="5057"/>
                  </a:cubicBezTo>
                  <a:lnTo>
                    <a:pt x="4363" y="7659"/>
                  </a:lnTo>
                  <a:cubicBezTo>
                    <a:pt x="4277" y="7737"/>
                    <a:pt x="4161" y="7780"/>
                    <a:pt x="4047" y="7780"/>
                  </a:cubicBezTo>
                  <a:cubicBezTo>
                    <a:pt x="3962" y="7780"/>
                    <a:pt x="3877" y="7756"/>
                    <a:pt x="3806" y="7705"/>
                  </a:cubicBezTo>
                  <a:cubicBezTo>
                    <a:pt x="3626" y="7569"/>
                    <a:pt x="3565" y="7344"/>
                    <a:pt x="3671" y="7148"/>
                  </a:cubicBezTo>
                  <a:lnTo>
                    <a:pt x="4333" y="5809"/>
                  </a:lnTo>
                  <a:lnTo>
                    <a:pt x="2994" y="5147"/>
                  </a:lnTo>
                  <a:cubicBezTo>
                    <a:pt x="2873" y="5071"/>
                    <a:pt x="2783" y="4967"/>
                    <a:pt x="2769" y="4831"/>
                  </a:cubicBezTo>
                  <a:cubicBezTo>
                    <a:pt x="2739" y="4680"/>
                    <a:pt x="2783" y="4545"/>
                    <a:pt x="2889" y="4455"/>
                  </a:cubicBezTo>
                  <a:lnTo>
                    <a:pt x="5477" y="1852"/>
                  </a:lnTo>
                  <a:cubicBezTo>
                    <a:pt x="5560" y="1768"/>
                    <a:pt x="5671" y="1727"/>
                    <a:pt x="5782" y="1727"/>
                  </a:cubicBezTo>
                  <a:close/>
                  <a:moveTo>
                    <a:pt x="4920" y="8638"/>
                  </a:moveTo>
                  <a:cubicBezTo>
                    <a:pt x="5160" y="8638"/>
                    <a:pt x="5341" y="8833"/>
                    <a:pt x="5341" y="9074"/>
                  </a:cubicBezTo>
                  <a:cubicBezTo>
                    <a:pt x="5341" y="9314"/>
                    <a:pt x="5160" y="9510"/>
                    <a:pt x="4920" y="9510"/>
                  </a:cubicBezTo>
                  <a:cubicBezTo>
                    <a:pt x="4679" y="9510"/>
                    <a:pt x="4484" y="9314"/>
                    <a:pt x="4484" y="9074"/>
                  </a:cubicBezTo>
                  <a:cubicBezTo>
                    <a:pt x="4484" y="8833"/>
                    <a:pt x="4679" y="8638"/>
                    <a:pt x="4920" y="8638"/>
                  </a:cubicBezTo>
                  <a:close/>
                  <a:moveTo>
                    <a:pt x="4909" y="0"/>
                  </a:moveTo>
                  <a:cubicBezTo>
                    <a:pt x="4577" y="0"/>
                    <a:pt x="4238" y="35"/>
                    <a:pt x="3896" y="107"/>
                  </a:cubicBezTo>
                  <a:cubicBezTo>
                    <a:pt x="2046" y="498"/>
                    <a:pt x="586" y="2002"/>
                    <a:pt x="241" y="3868"/>
                  </a:cubicBezTo>
                  <a:cubicBezTo>
                    <a:pt x="0" y="5192"/>
                    <a:pt x="301" y="6501"/>
                    <a:pt x="1084" y="7569"/>
                  </a:cubicBezTo>
                  <a:cubicBezTo>
                    <a:pt x="1610" y="8291"/>
                    <a:pt x="1896" y="9059"/>
                    <a:pt x="1896" y="9811"/>
                  </a:cubicBezTo>
                  <a:lnTo>
                    <a:pt x="1896" y="10367"/>
                  </a:lnTo>
                  <a:lnTo>
                    <a:pt x="7944" y="10367"/>
                  </a:lnTo>
                  <a:lnTo>
                    <a:pt x="7944" y="9811"/>
                  </a:lnTo>
                  <a:cubicBezTo>
                    <a:pt x="7944" y="9043"/>
                    <a:pt x="8215" y="8277"/>
                    <a:pt x="8727" y="7599"/>
                  </a:cubicBezTo>
                  <a:cubicBezTo>
                    <a:pt x="9343" y="6772"/>
                    <a:pt x="9674" y="5794"/>
                    <a:pt x="9674" y="4756"/>
                  </a:cubicBezTo>
                  <a:cubicBezTo>
                    <a:pt x="9674" y="2089"/>
                    <a:pt x="7499" y="0"/>
                    <a:pt x="49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09"/>
            <p:cNvSpPr/>
            <p:nvPr/>
          </p:nvSpPr>
          <p:spPr>
            <a:xfrm>
              <a:off x="6475511" y="3633699"/>
              <a:ext cx="163081" cy="47881"/>
            </a:xfrm>
            <a:custGeom>
              <a:avLst/>
              <a:gdLst/>
              <a:ahLst/>
              <a:cxnLst/>
              <a:rect l="l" t="t" r="r" b="b"/>
              <a:pathLst>
                <a:path w="6049" h="1776" extrusionOk="0">
                  <a:moveTo>
                    <a:pt x="0" y="0"/>
                  </a:moveTo>
                  <a:lnTo>
                    <a:pt x="0" y="451"/>
                  </a:lnTo>
                  <a:cubicBezTo>
                    <a:pt x="0" y="1174"/>
                    <a:pt x="572" y="1775"/>
                    <a:pt x="1294" y="1775"/>
                  </a:cubicBezTo>
                  <a:lnTo>
                    <a:pt x="4754" y="1775"/>
                  </a:lnTo>
                  <a:cubicBezTo>
                    <a:pt x="5461" y="1775"/>
                    <a:pt x="6048" y="1174"/>
                    <a:pt x="6048" y="451"/>
                  </a:cubicBezTo>
                  <a:lnTo>
                    <a:pt x="604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09"/>
            <p:cNvSpPr/>
            <p:nvPr/>
          </p:nvSpPr>
          <p:spPr>
            <a:xfrm>
              <a:off x="6510775" y="3705089"/>
              <a:ext cx="92500" cy="23159"/>
            </a:xfrm>
            <a:custGeom>
              <a:avLst/>
              <a:gdLst/>
              <a:ahLst/>
              <a:cxnLst/>
              <a:rect l="l" t="t" r="r" b="b"/>
              <a:pathLst>
                <a:path w="3431" h="859" extrusionOk="0">
                  <a:moveTo>
                    <a:pt x="0" y="0"/>
                  </a:moveTo>
                  <a:cubicBezTo>
                    <a:pt x="392" y="512"/>
                    <a:pt x="1009" y="858"/>
                    <a:pt x="1716" y="858"/>
                  </a:cubicBezTo>
                  <a:cubicBezTo>
                    <a:pt x="2408" y="858"/>
                    <a:pt x="3040" y="512"/>
                    <a:pt x="34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109"/>
          <p:cNvGrpSpPr/>
          <p:nvPr/>
        </p:nvGrpSpPr>
        <p:grpSpPr>
          <a:xfrm>
            <a:off x="3542668" y="2353299"/>
            <a:ext cx="337820" cy="332075"/>
            <a:chOff x="7220605" y="3951773"/>
            <a:chExt cx="380513" cy="374043"/>
          </a:xfrm>
        </p:grpSpPr>
        <p:sp>
          <p:nvSpPr>
            <p:cNvPr id="3441" name="Google Shape;3441;p109"/>
            <p:cNvSpPr/>
            <p:nvPr/>
          </p:nvSpPr>
          <p:spPr>
            <a:xfrm>
              <a:off x="7425851" y="3952015"/>
              <a:ext cx="175267" cy="171681"/>
            </a:xfrm>
            <a:custGeom>
              <a:avLst/>
              <a:gdLst/>
              <a:ahLst/>
              <a:cxnLst/>
              <a:rect l="l" t="t" r="r" b="b"/>
              <a:pathLst>
                <a:path w="6501" h="6368" extrusionOk="0">
                  <a:moveTo>
                    <a:pt x="4011" y="0"/>
                  </a:moveTo>
                  <a:cubicBezTo>
                    <a:pt x="3699" y="0"/>
                    <a:pt x="3387" y="117"/>
                    <a:pt x="3146" y="350"/>
                  </a:cubicBezTo>
                  <a:lnTo>
                    <a:pt x="2875" y="621"/>
                  </a:lnTo>
                  <a:lnTo>
                    <a:pt x="4304" y="2065"/>
                  </a:lnTo>
                  <a:cubicBezTo>
                    <a:pt x="4470" y="2215"/>
                    <a:pt x="4470" y="2486"/>
                    <a:pt x="4304" y="2637"/>
                  </a:cubicBezTo>
                  <a:cubicBezTo>
                    <a:pt x="4228" y="2720"/>
                    <a:pt x="4127" y="2761"/>
                    <a:pt x="4024" y="2761"/>
                  </a:cubicBezTo>
                  <a:cubicBezTo>
                    <a:pt x="3920" y="2761"/>
                    <a:pt x="3815" y="2720"/>
                    <a:pt x="3732" y="2637"/>
                  </a:cubicBezTo>
                  <a:lnTo>
                    <a:pt x="2303" y="1208"/>
                  </a:lnTo>
                  <a:lnTo>
                    <a:pt x="1732" y="1780"/>
                  </a:lnTo>
                  <a:lnTo>
                    <a:pt x="2589" y="2637"/>
                  </a:lnTo>
                  <a:cubicBezTo>
                    <a:pt x="2739" y="2803"/>
                    <a:pt x="2739" y="3058"/>
                    <a:pt x="2589" y="3208"/>
                  </a:cubicBezTo>
                  <a:cubicBezTo>
                    <a:pt x="2506" y="3291"/>
                    <a:pt x="2401" y="3333"/>
                    <a:pt x="2297" y="3333"/>
                  </a:cubicBezTo>
                  <a:cubicBezTo>
                    <a:pt x="2194" y="3333"/>
                    <a:pt x="2092" y="3291"/>
                    <a:pt x="2017" y="3208"/>
                  </a:cubicBezTo>
                  <a:lnTo>
                    <a:pt x="1144" y="2351"/>
                  </a:lnTo>
                  <a:lnTo>
                    <a:pt x="1" y="3495"/>
                  </a:lnTo>
                  <a:lnTo>
                    <a:pt x="2875" y="6368"/>
                  </a:lnTo>
                  <a:lnTo>
                    <a:pt x="6019" y="3224"/>
                  </a:lnTo>
                  <a:cubicBezTo>
                    <a:pt x="6500" y="2757"/>
                    <a:pt x="6500" y="1975"/>
                    <a:pt x="6019" y="1509"/>
                  </a:cubicBezTo>
                  <a:lnTo>
                    <a:pt x="4875" y="350"/>
                  </a:lnTo>
                  <a:cubicBezTo>
                    <a:pt x="4635" y="117"/>
                    <a:pt x="4323" y="0"/>
                    <a:pt x="401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09"/>
            <p:cNvSpPr/>
            <p:nvPr/>
          </p:nvSpPr>
          <p:spPr>
            <a:xfrm>
              <a:off x="7220605" y="4154916"/>
              <a:ext cx="174458" cy="170899"/>
            </a:xfrm>
            <a:custGeom>
              <a:avLst/>
              <a:gdLst/>
              <a:ahLst/>
              <a:cxnLst/>
              <a:rect l="l" t="t" r="r" b="b"/>
              <a:pathLst>
                <a:path w="6471" h="6339" extrusionOk="0">
                  <a:moveTo>
                    <a:pt x="3597" y="1"/>
                  </a:moveTo>
                  <a:lnTo>
                    <a:pt x="2438" y="1144"/>
                  </a:lnTo>
                  <a:lnTo>
                    <a:pt x="3311" y="2001"/>
                  </a:lnTo>
                  <a:cubicBezTo>
                    <a:pt x="3461" y="2167"/>
                    <a:pt x="3461" y="2423"/>
                    <a:pt x="3311" y="2589"/>
                  </a:cubicBezTo>
                  <a:cubicBezTo>
                    <a:pt x="3228" y="2664"/>
                    <a:pt x="3123" y="2702"/>
                    <a:pt x="3018" y="2702"/>
                  </a:cubicBezTo>
                  <a:cubicBezTo>
                    <a:pt x="2912" y="2702"/>
                    <a:pt x="2807" y="2664"/>
                    <a:pt x="2725" y="2589"/>
                  </a:cubicBezTo>
                  <a:lnTo>
                    <a:pt x="1866" y="1716"/>
                  </a:lnTo>
                  <a:lnTo>
                    <a:pt x="1295" y="2288"/>
                  </a:lnTo>
                  <a:lnTo>
                    <a:pt x="2725" y="3732"/>
                  </a:lnTo>
                  <a:cubicBezTo>
                    <a:pt x="2889" y="3897"/>
                    <a:pt x="2889" y="4153"/>
                    <a:pt x="2725" y="4304"/>
                  </a:cubicBezTo>
                  <a:cubicBezTo>
                    <a:pt x="2649" y="4386"/>
                    <a:pt x="2548" y="4428"/>
                    <a:pt x="2444" y="4428"/>
                  </a:cubicBezTo>
                  <a:cubicBezTo>
                    <a:pt x="2341" y="4428"/>
                    <a:pt x="2235" y="4386"/>
                    <a:pt x="2153" y="4304"/>
                  </a:cubicBezTo>
                  <a:lnTo>
                    <a:pt x="723" y="2874"/>
                  </a:lnTo>
                  <a:lnTo>
                    <a:pt x="482" y="3115"/>
                  </a:lnTo>
                  <a:cubicBezTo>
                    <a:pt x="1" y="3582"/>
                    <a:pt x="1" y="4364"/>
                    <a:pt x="482" y="4830"/>
                  </a:cubicBezTo>
                  <a:lnTo>
                    <a:pt x="1626" y="5989"/>
                  </a:lnTo>
                  <a:cubicBezTo>
                    <a:pt x="1866" y="6222"/>
                    <a:pt x="2179" y="6338"/>
                    <a:pt x="2491" y="6338"/>
                  </a:cubicBezTo>
                  <a:cubicBezTo>
                    <a:pt x="2803" y="6338"/>
                    <a:pt x="3116" y="6222"/>
                    <a:pt x="3356" y="5989"/>
                  </a:cubicBezTo>
                  <a:lnTo>
                    <a:pt x="6470" y="2874"/>
                  </a:lnTo>
                  <a:lnTo>
                    <a:pt x="359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09"/>
            <p:cNvSpPr/>
            <p:nvPr/>
          </p:nvSpPr>
          <p:spPr>
            <a:xfrm>
              <a:off x="7223058" y="3951773"/>
              <a:ext cx="114823" cy="115146"/>
            </a:xfrm>
            <a:custGeom>
              <a:avLst/>
              <a:gdLst/>
              <a:ahLst/>
              <a:cxnLst/>
              <a:rect l="l" t="t" r="r" b="b"/>
              <a:pathLst>
                <a:path w="4259" h="4271" extrusionOk="0">
                  <a:moveTo>
                    <a:pt x="447" y="1"/>
                  </a:moveTo>
                  <a:cubicBezTo>
                    <a:pt x="340" y="1"/>
                    <a:pt x="234" y="45"/>
                    <a:pt x="150" y="118"/>
                  </a:cubicBezTo>
                  <a:cubicBezTo>
                    <a:pt x="30" y="238"/>
                    <a:pt x="0" y="404"/>
                    <a:pt x="60" y="555"/>
                  </a:cubicBezTo>
                  <a:lnTo>
                    <a:pt x="1595" y="4270"/>
                  </a:lnTo>
                  <a:lnTo>
                    <a:pt x="4258" y="1592"/>
                  </a:lnTo>
                  <a:lnTo>
                    <a:pt x="587" y="28"/>
                  </a:lnTo>
                  <a:cubicBezTo>
                    <a:pt x="542" y="9"/>
                    <a:pt x="494" y="1"/>
                    <a:pt x="4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09"/>
            <p:cNvSpPr/>
            <p:nvPr/>
          </p:nvSpPr>
          <p:spPr>
            <a:xfrm>
              <a:off x="7325263" y="4007661"/>
              <a:ext cx="231640" cy="230858"/>
            </a:xfrm>
            <a:custGeom>
              <a:avLst/>
              <a:gdLst/>
              <a:ahLst/>
              <a:cxnLst/>
              <a:rect l="l" t="t" r="r" b="b"/>
              <a:pathLst>
                <a:path w="8592" h="8563" extrusionOk="0">
                  <a:moveTo>
                    <a:pt x="1144" y="1"/>
                  </a:moveTo>
                  <a:lnTo>
                    <a:pt x="0" y="1144"/>
                  </a:lnTo>
                  <a:lnTo>
                    <a:pt x="7449" y="8562"/>
                  </a:lnTo>
                  <a:lnTo>
                    <a:pt x="8592" y="7419"/>
                  </a:lnTo>
                  <a:lnTo>
                    <a:pt x="11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09"/>
            <p:cNvSpPr/>
            <p:nvPr/>
          </p:nvSpPr>
          <p:spPr>
            <a:xfrm>
              <a:off x="7278623" y="4053924"/>
              <a:ext cx="232045" cy="231209"/>
            </a:xfrm>
            <a:custGeom>
              <a:avLst/>
              <a:gdLst/>
              <a:ahLst/>
              <a:cxnLst/>
              <a:rect l="l" t="t" r="r" b="b"/>
              <a:pathLst>
                <a:path w="8607" h="8576" extrusionOk="0">
                  <a:moveTo>
                    <a:pt x="1159" y="0"/>
                  </a:moveTo>
                  <a:lnTo>
                    <a:pt x="1" y="1159"/>
                  </a:lnTo>
                  <a:lnTo>
                    <a:pt x="7448" y="8576"/>
                  </a:lnTo>
                  <a:lnTo>
                    <a:pt x="8607" y="7418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09"/>
            <p:cNvSpPr/>
            <p:nvPr/>
          </p:nvSpPr>
          <p:spPr>
            <a:xfrm>
              <a:off x="7494815" y="4223071"/>
              <a:ext cx="106303" cy="102745"/>
            </a:xfrm>
            <a:custGeom>
              <a:avLst/>
              <a:gdLst/>
              <a:ahLst/>
              <a:cxnLst/>
              <a:rect l="l" t="t" r="r" b="b"/>
              <a:pathLst>
                <a:path w="3943" h="3811" extrusionOk="0">
                  <a:moveTo>
                    <a:pt x="2875" y="1"/>
                  </a:moveTo>
                  <a:lnTo>
                    <a:pt x="0" y="2874"/>
                  </a:lnTo>
                  <a:lnTo>
                    <a:pt x="588" y="3461"/>
                  </a:lnTo>
                  <a:cubicBezTo>
                    <a:pt x="829" y="3694"/>
                    <a:pt x="1141" y="3810"/>
                    <a:pt x="1453" y="3810"/>
                  </a:cubicBezTo>
                  <a:cubicBezTo>
                    <a:pt x="1765" y="3810"/>
                    <a:pt x="2077" y="3694"/>
                    <a:pt x="2317" y="3461"/>
                  </a:cubicBezTo>
                  <a:lnTo>
                    <a:pt x="3461" y="2302"/>
                  </a:lnTo>
                  <a:cubicBezTo>
                    <a:pt x="3942" y="1836"/>
                    <a:pt x="3942" y="1054"/>
                    <a:pt x="3461" y="587"/>
                  </a:cubicBezTo>
                  <a:lnTo>
                    <a:pt x="287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47" name="Google Shape;3447;p109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8" name="Google Shape;3448;p109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9" name="Google Shape;3449;p109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0" name="Google Shape;3450;p109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BA38E4-168A-DFFE-634E-857439867D1C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77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6117C2-44E8-BDD4-BC57-A29369FAF5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2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" name="Google Shape;3860;p116"/>
          <p:cNvSpPr txBox="1">
            <a:spLocks noGrp="1"/>
          </p:cNvSpPr>
          <p:nvPr>
            <p:ph type="title"/>
          </p:nvPr>
        </p:nvSpPr>
        <p:spPr>
          <a:xfrm>
            <a:off x="1502800" y="1370700"/>
            <a:ext cx="6130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MD" sz="5400" dirty="0"/>
              <a:t>Tehnologii utilizate</a:t>
            </a:r>
            <a:endParaRPr sz="5400" dirty="0"/>
          </a:p>
        </p:txBody>
      </p:sp>
      <p:grpSp>
        <p:nvGrpSpPr>
          <p:cNvPr id="3861" name="Google Shape;3861;p116"/>
          <p:cNvGrpSpPr/>
          <p:nvPr/>
        </p:nvGrpSpPr>
        <p:grpSpPr>
          <a:xfrm>
            <a:off x="459624" y="1652622"/>
            <a:ext cx="1074309" cy="356822"/>
            <a:chOff x="1725115" y="1291147"/>
            <a:chExt cx="519090" cy="172403"/>
          </a:xfrm>
        </p:grpSpPr>
        <p:sp>
          <p:nvSpPr>
            <p:cNvPr id="3862" name="Google Shape;3862;p116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16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16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5" name="Google Shape;3865;p116"/>
          <p:cNvGrpSpPr/>
          <p:nvPr/>
        </p:nvGrpSpPr>
        <p:grpSpPr>
          <a:xfrm>
            <a:off x="7613138" y="901175"/>
            <a:ext cx="809645" cy="537909"/>
            <a:chOff x="1082550" y="590325"/>
            <a:chExt cx="586954" cy="389958"/>
          </a:xfrm>
        </p:grpSpPr>
        <p:sp>
          <p:nvSpPr>
            <p:cNvPr id="3866" name="Google Shape;3866;p116"/>
            <p:cNvSpPr/>
            <p:nvPr/>
          </p:nvSpPr>
          <p:spPr>
            <a:xfrm>
              <a:off x="1082550" y="590325"/>
              <a:ext cx="586954" cy="389958"/>
            </a:xfrm>
            <a:custGeom>
              <a:avLst/>
              <a:gdLst/>
              <a:ahLst/>
              <a:cxnLst/>
              <a:rect l="l" t="t" r="r" b="b"/>
              <a:pathLst>
                <a:path w="32745" h="21755" extrusionOk="0">
                  <a:moveTo>
                    <a:pt x="4610" y="0"/>
                  </a:moveTo>
                  <a:cubicBezTo>
                    <a:pt x="2069" y="0"/>
                    <a:pt x="1" y="2068"/>
                    <a:pt x="1" y="4611"/>
                  </a:cubicBezTo>
                  <a:lnTo>
                    <a:pt x="1" y="17143"/>
                  </a:lnTo>
                  <a:cubicBezTo>
                    <a:pt x="1" y="19686"/>
                    <a:pt x="2069" y="21754"/>
                    <a:pt x="4610" y="21754"/>
                  </a:cubicBezTo>
                  <a:lnTo>
                    <a:pt x="28134" y="21754"/>
                  </a:lnTo>
                  <a:cubicBezTo>
                    <a:pt x="30677" y="21754"/>
                    <a:pt x="32745" y="19686"/>
                    <a:pt x="32745" y="17143"/>
                  </a:cubicBezTo>
                  <a:lnTo>
                    <a:pt x="32745" y="4611"/>
                  </a:lnTo>
                  <a:cubicBezTo>
                    <a:pt x="32745" y="2068"/>
                    <a:pt x="30677" y="0"/>
                    <a:pt x="281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16"/>
            <p:cNvSpPr/>
            <p:nvPr/>
          </p:nvSpPr>
          <p:spPr>
            <a:xfrm>
              <a:off x="1322916" y="712237"/>
              <a:ext cx="126658" cy="146125"/>
            </a:xfrm>
            <a:custGeom>
              <a:avLst/>
              <a:gdLst/>
              <a:ahLst/>
              <a:cxnLst/>
              <a:rect l="l" t="t" r="r" b="b"/>
              <a:pathLst>
                <a:path w="7066" h="8152" extrusionOk="0">
                  <a:moveTo>
                    <a:pt x="1" y="0"/>
                  </a:moveTo>
                  <a:lnTo>
                    <a:pt x="1" y="4067"/>
                  </a:lnTo>
                  <a:lnTo>
                    <a:pt x="1" y="8152"/>
                  </a:lnTo>
                  <a:lnTo>
                    <a:pt x="3542" y="6119"/>
                  </a:lnTo>
                  <a:lnTo>
                    <a:pt x="7066" y="4067"/>
                  </a:lnTo>
                  <a:lnTo>
                    <a:pt x="3542" y="20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8" name="Google Shape;3868;p116"/>
          <p:cNvGrpSpPr/>
          <p:nvPr/>
        </p:nvGrpSpPr>
        <p:grpSpPr>
          <a:xfrm>
            <a:off x="7360408" y="3015703"/>
            <a:ext cx="761142" cy="252794"/>
            <a:chOff x="1725115" y="1291147"/>
            <a:chExt cx="519090" cy="172403"/>
          </a:xfrm>
        </p:grpSpPr>
        <p:sp>
          <p:nvSpPr>
            <p:cNvPr id="3869" name="Google Shape;3869;p116"/>
            <p:cNvSpPr/>
            <p:nvPr/>
          </p:nvSpPr>
          <p:spPr>
            <a:xfrm>
              <a:off x="1725115" y="1291147"/>
              <a:ext cx="519090" cy="172403"/>
            </a:xfrm>
            <a:custGeom>
              <a:avLst/>
              <a:gdLst/>
              <a:ahLst/>
              <a:cxnLst/>
              <a:rect l="l" t="t" r="r" b="b"/>
              <a:pathLst>
                <a:path w="28959" h="9618" extrusionOk="0">
                  <a:moveTo>
                    <a:pt x="18640" y="1"/>
                  </a:moveTo>
                  <a:cubicBezTo>
                    <a:pt x="16417" y="1"/>
                    <a:pt x="14193" y="709"/>
                    <a:pt x="12640" y="1957"/>
                  </a:cubicBezTo>
                  <a:cubicBezTo>
                    <a:pt x="11219" y="3097"/>
                    <a:pt x="9782" y="4972"/>
                    <a:pt x="9291" y="6953"/>
                  </a:cubicBezTo>
                  <a:cubicBezTo>
                    <a:pt x="8237" y="6100"/>
                    <a:pt x="6888" y="5651"/>
                    <a:pt x="5543" y="5651"/>
                  </a:cubicBezTo>
                  <a:cubicBezTo>
                    <a:pt x="5009" y="5651"/>
                    <a:pt x="4476" y="5722"/>
                    <a:pt x="3962" y="5867"/>
                  </a:cubicBezTo>
                  <a:cubicBezTo>
                    <a:pt x="2139" y="6392"/>
                    <a:pt x="632" y="7830"/>
                    <a:pt x="1" y="9618"/>
                  </a:cubicBezTo>
                  <a:lnTo>
                    <a:pt x="28959" y="9529"/>
                  </a:lnTo>
                  <a:cubicBezTo>
                    <a:pt x="28451" y="5937"/>
                    <a:pt x="26348" y="3027"/>
                    <a:pt x="23227" y="1186"/>
                  </a:cubicBezTo>
                  <a:cubicBezTo>
                    <a:pt x="21870" y="374"/>
                    <a:pt x="20255" y="1"/>
                    <a:pt x="18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16"/>
            <p:cNvSpPr/>
            <p:nvPr/>
          </p:nvSpPr>
          <p:spPr>
            <a:xfrm>
              <a:off x="1953865" y="1296811"/>
              <a:ext cx="269951" cy="147971"/>
            </a:xfrm>
            <a:custGeom>
              <a:avLst/>
              <a:gdLst/>
              <a:ahLst/>
              <a:cxnLst/>
              <a:rect l="l" t="t" r="r" b="b"/>
              <a:pathLst>
                <a:path w="15060" h="8255" extrusionOk="0">
                  <a:moveTo>
                    <a:pt x="5623" y="1"/>
                  </a:moveTo>
                  <a:cubicBezTo>
                    <a:pt x="5130" y="1"/>
                    <a:pt x="4634" y="39"/>
                    <a:pt x="4138" y="117"/>
                  </a:cubicBezTo>
                  <a:cubicBezTo>
                    <a:pt x="2964" y="292"/>
                    <a:pt x="1789" y="783"/>
                    <a:pt x="1036" y="1694"/>
                  </a:cubicBezTo>
                  <a:cubicBezTo>
                    <a:pt x="265" y="2606"/>
                    <a:pt x="1" y="3973"/>
                    <a:pt x="580" y="5025"/>
                  </a:cubicBezTo>
                  <a:cubicBezTo>
                    <a:pt x="1036" y="5848"/>
                    <a:pt x="1929" y="6339"/>
                    <a:pt x="2789" y="6724"/>
                  </a:cubicBezTo>
                  <a:cubicBezTo>
                    <a:pt x="5102" y="7736"/>
                    <a:pt x="7623" y="8255"/>
                    <a:pt x="10136" y="8255"/>
                  </a:cubicBezTo>
                  <a:cubicBezTo>
                    <a:pt x="10803" y="8255"/>
                    <a:pt x="11469" y="8218"/>
                    <a:pt x="12131" y="8145"/>
                  </a:cubicBezTo>
                  <a:cubicBezTo>
                    <a:pt x="12692" y="8075"/>
                    <a:pt x="13253" y="7986"/>
                    <a:pt x="13744" y="7759"/>
                  </a:cubicBezTo>
                  <a:cubicBezTo>
                    <a:pt x="14235" y="7514"/>
                    <a:pt x="14673" y="7093"/>
                    <a:pt x="14831" y="6567"/>
                  </a:cubicBezTo>
                  <a:cubicBezTo>
                    <a:pt x="15059" y="5761"/>
                    <a:pt x="14603" y="4920"/>
                    <a:pt x="14077" y="4253"/>
                  </a:cubicBezTo>
                  <a:cubicBezTo>
                    <a:pt x="12036" y="1664"/>
                    <a:pt x="8896" y="1"/>
                    <a:pt x="5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16"/>
            <p:cNvSpPr/>
            <p:nvPr/>
          </p:nvSpPr>
          <p:spPr>
            <a:xfrm>
              <a:off x="1773837" y="1396227"/>
              <a:ext cx="83907" cy="48523"/>
            </a:xfrm>
            <a:custGeom>
              <a:avLst/>
              <a:gdLst/>
              <a:ahLst/>
              <a:cxnLst/>
              <a:rect l="l" t="t" r="r" b="b"/>
              <a:pathLst>
                <a:path w="4681" h="2707" extrusionOk="0">
                  <a:moveTo>
                    <a:pt x="2283" y="0"/>
                  </a:moveTo>
                  <a:cubicBezTo>
                    <a:pt x="1541" y="0"/>
                    <a:pt x="523" y="100"/>
                    <a:pt x="228" y="530"/>
                  </a:cubicBezTo>
                  <a:cubicBezTo>
                    <a:pt x="1" y="881"/>
                    <a:pt x="17" y="1372"/>
                    <a:pt x="228" y="1722"/>
                  </a:cubicBezTo>
                  <a:cubicBezTo>
                    <a:pt x="438" y="2090"/>
                    <a:pt x="807" y="2353"/>
                    <a:pt x="1193" y="2494"/>
                  </a:cubicBezTo>
                  <a:cubicBezTo>
                    <a:pt x="1595" y="2634"/>
                    <a:pt x="2016" y="2669"/>
                    <a:pt x="2436" y="2686"/>
                  </a:cubicBezTo>
                  <a:cubicBezTo>
                    <a:pt x="2577" y="2698"/>
                    <a:pt x="2718" y="2706"/>
                    <a:pt x="2858" y="2706"/>
                  </a:cubicBezTo>
                  <a:cubicBezTo>
                    <a:pt x="3119" y="2706"/>
                    <a:pt x="3377" y="2678"/>
                    <a:pt x="3628" y="2599"/>
                  </a:cubicBezTo>
                  <a:cubicBezTo>
                    <a:pt x="4014" y="2475"/>
                    <a:pt x="4383" y="2195"/>
                    <a:pt x="4523" y="1828"/>
                  </a:cubicBezTo>
                  <a:cubicBezTo>
                    <a:pt x="4680" y="1372"/>
                    <a:pt x="4505" y="846"/>
                    <a:pt x="4154" y="512"/>
                  </a:cubicBezTo>
                  <a:cubicBezTo>
                    <a:pt x="3804" y="197"/>
                    <a:pt x="3331" y="40"/>
                    <a:pt x="2857" y="21"/>
                  </a:cubicBezTo>
                  <a:cubicBezTo>
                    <a:pt x="2710" y="9"/>
                    <a:pt x="2509" y="0"/>
                    <a:pt x="2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2" name="Google Shape;3872;p116"/>
          <p:cNvGrpSpPr/>
          <p:nvPr/>
        </p:nvGrpSpPr>
        <p:grpSpPr>
          <a:xfrm>
            <a:off x="7252065" y="575147"/>
            <a:ext cx="620134" cy="233914"/>
            <a:chOff x="6872640" y="3300197"/>
            <a:chExt cx="620134" cy="233914"/>
          </a:xfrm>
        </p:grpSpPr>
        <p:sp>
          <p:nvSpPr>
            <p:cNvPr id="3873" name="Google Shape;3873;p116"/>
            <p:cNvSpPr/>
            <p:nvPr/>
          </p:nvSpPr>
          <p:spPr>
            <a:xfrm>
              <a:off x="7282174" y="3300197"/>
              <a:ext cx="210600" cy="2106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16"/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5" name="Google Shape;3875;p116"/>
          <p:cNvGrpSpPr/>
          <p:nvPr/>
        </p:nvGrpSpPr>
        <p:grpSpPr>
          <a:xfrm rot="1719536">
            <a:off x="2327205" y="4026362"/>
            <a:ext cx="575168" cy="188877"/>
            <a:chOff x="6872640" y="3345236"/>
            <a:chExt cx="575161" cy="188875"/>
          </a:xfrm>
        </p:grpSpPr>
        <p:sp>
          <p:nvSpPr>
            <p:cNvPr id="3876" name="Google Shape;3876;p116"/>
            <p:cNvSpPr/>
            <p:nvPr/>
          </p:nvSpPr>
          <p:spPr>
            <a:xfrm>
              <a:off x="7327202" y="3345236"/>
              <a:ext cx="120600" cy="1206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16"/>
            <p:cNvSpPr/>
            <p:nvPr/>
          </p:nvSpPr>
          <p:spPr>
            <a:xfrm>
              <a:off x="6872640" y="3488811"/>
              <a:ext cx="45300" cy="4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8" name="Google Shape;3878;p116"/>
          <p:cNvGrpSpPr/>
          <p:nvPr/>
        </p:nvGrpSpPr>
        <p:grpSpPr>
          <a:xfrm>
            <a:off x="1161595" y="2977127"/>
            <a:ext cx="924185" cy="1323604"/>
            <a:chOff x="5116556" y="2401406"/>
            <a:chExt cx="693937" cy="993846"/>
          </a:xfrm>
        </p:grpSpPr>
        <p:sp>
          <p:nvSpPr>
            <p:cNvPr id="3879" name="Google Shape;3879;p116"/>
            <p:cNvSpPr/>
            <p:nvPr/>
          </p:nvSpPr>
          <p:spPr>
            <a:xfrm>
              <a:off x="5116556" y="2401406"/>
              <a:ext cx="693937" cy="993846"/>
            </a:xfrm>
            <a:custGeom>
              <a:avLst/>
              <a:gdLst/>
              <a:ahLst/>
              <a:cxnLst/>
              <a:rect l="l" t="t" r="r" b="b"/>
              <a:pathLst>
                <a:path w="59655" h="85437" extrusionOk="0">
                  <a:moveTo>
                    <a:pt x="1194" y="1"/>
                  </a:moveTo>
                  <a:cubicBezTo>
                    <a:pt x="529" y="1"/>
                    <a:pt x="1" y="548"/>
                    <a:pt x="1" y="1194"/>
                  </a:cubicBezTo>
                  <a:lnTo>
                    <a:pt x="1" y="84224"/>
                  </a:lnTo>
                  <a:cubicBezTo>
                    <a:pt x="1" y="84889"/>
                    <a:pt x="529" y="85436"/>
                    <a:pt x="1194" y="85436"/>
                  </a:cubicBezTo>
                  <a:lnTo>
                    <a:pt x="58463" y="85436"/>
                  </a:lnTo>
                  <a:cubicBezTo>
                    <a:pt x="59128" y="85436"/>
                    <a:pt x="59655" y="84889"/>
                    <a:pt x="59655" y="84224"/>
                  </a:cubicBezTo>
                  <a:lnTo>
                    <a:pt x="59655" y="1194"/>
                  </a:lnTo>
                  <a:cubicBezTo>
                    <a:pt x="59655" y="548"/>
                    <a:pt x="59128" y="1"/>
                    <a:pt x="5846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16"/>
            <p:cNvSpPr/>
            <p:nvPr/>
          </p:nvSpPr>
          <p:spPr>
            <a:xfrm>
              <a:off x="5208650" y="2996199"/>
              <a:ext cx="509992" cy="35712"/>
            </a:xfrm>
            <a:custGeom>
              <a:avLst/>
              <a:gdLst/>
              <a:ahLst/>
              <a:cxnLst/>
              <a:rect l="l" t="t" r="r" b="b"/>
              <a:pathLst>
                <a:path w="43842" h="3070" extrusionOk="0">
                  <a:moveTo>
                    <a:pt x="1525" y="1"/>
                  </a:moveTo>
                  <a:cubicBezTo>
                    <a:pt x="684" y="1"/>
                    <a:pt x="1" y="685"/>
                    <a:pt x="1" y="1525"/>
                  </a:cubicBezTo>
                  <a:cubicBezTo>
                    <a:pt x="1" y="2385"/>
                    <a:pt x="684" y="3070"/>
                    <a:pt x="1525" y="3070"/>
                  </a:cubicBezTo>
                  <a:lnTo>
                    <a:pt x="42298" y="3070"/>
                  </a:lnTo>
                  <a:cubicBezTo>
                    <a:pt x="43138" y="3070"/>
                    <a:pt x="43841" y="2385"/>
                    <a:pt x="43841" y="1525"/>
                  </a:cubicBezTo>
                  <a:cubicBezTo>
                    <a:pt x="43841" y="685"/>
                    <a:pt x="43138" y="1"/>
                    <a:pt x="42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16"/>
            <p:cNvSpPr/>
            <p:nvPr/>
          </p:nvSpPr>
          <p:spPr>
            <a:xfrm>
              <a:off x="5208650" y="3268818"/>
              <a:ext cx="242386" cy="35933"/>
            </a:xfrm>
            <a:custGeom>
              <a:avLst/>
              <a:gdLst/>
              <a:ahLst/>
              <a:cxnLst/>
              <a:rect l="l" t="t" r="r" b="b"/>
              <a:pathLst>
                <a:path w="20837" h="3089" extrusionOk="0">
                  <a:moveTo>
                    <a:pt x="1525" y="1"/>
                  </a:moveTo>
                  <a:cubicBezTo>
                    <a:pt x="684" y="1"/>
                    <a:pt x="1" y="684"/>
                    <a:pt x="1" y="1544"/>
                  </a:cubicBezTo>
                  <a:cubicBezTo>
                    <a:pt x="1" y="2385"/>
                    <a:pt x="684" y="3089"/>
                    <a:pt x="1525" y="3089"/>
                  </a:cubicBezTo>
                  <a:lnTo>
                    <a:pt x="19292" y="3089"/>
                  </a:lnTo>
                  <a:cubicBezTo>
                    <a:pt x="20152" y="3089"/>
                    <a:pt x="20837" y="2385"/>
                    <a:pt x="20837" y="1544"/>
                  </a:cubicBezTo>
                  <a:cubicBezTo>
                    <a:pt x="20837" y="684"/>
                    <a:pt x="20152" y="1"/>
                    <a:pt x="1929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16"/>
            <p:cNvSpPr/>
            <p:nvPr/>
          </p:nvSpPr>
          <p:spPr>
            <a:xfrm>
              <a:off x="5208650" y="3086932"/>
              <a:ext cx="509992" cy="35933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3"/>
                  </a:cubicBezTo>
                  <a:cubicBezTo>
                    <a:pt x="1" y="2403"/>
                    <a:pt x="684" y="3088"/>
                    <a:pt x="1525" y="3088"/>
                  </a:cubicBezTo>
                  <a:lnTo>
                    <a:pt x="42298" y="3088"/>
                  </a:lnTo>
                  <a:cubicBezTo>
                    <a:pt x="43138" y="3088"/>
                    <a:pt x="43841" y="2403"/>
                    <a:pt x="43841" y="1543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16"/>
            <p:cNvSpPr/>
            <p:nvPr/>
          </p:nvSpPr>
          <p:spPr>
            <a:xfrm>
              <a:off x="5208650" y="3177875"/>
              <a:ext cx="509992" cy="35933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4"/>
                  </a:cubicBezTo>
                  <a:cubicBezTo>
                    <a:pt x="1" y="2404"/>
                    <a:pt x="684" y="3089"/>
                    <a:pt x="1525" y="3089"/>
                  </a:cubicBezTo>
                  <a:lnTo>
                    <a:pt x="42298" y="3089"/>
                  </a:lnTo>
                  <a:cubicBezTo>
                    <a:pt x="43138" y="3089"/>
                    <a:pt x="43841" y="2404"/>
                    <a:pt x="43841" y="1544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2340000" algn="bl" rotWithShape="0">
                <a:schemeClr val="dk1">
                  <a:alpha val="18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16"/>
            <p:cNvSpPr/>
            <p:nvPr/>
          </p:nvSpPr>
          <p:spPr>
            <a:xfrm>
              <a:off x="5147719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0" y="644"/>
                    <a:pt x="0" y="1447"/>
                  </a:cubicBezTo>
                  <a:cubicBezTo>
                    <a:pt x="0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16"/>
            <p:cNvSpPr/>
            <p:nvPr/>
          </p:nvSpPr>
          <p:spPr>
            <a:xfrm>
              <a:off x="5214781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7" y="0"/>
                    <a:pt x="1" y="644"/>
                    <a:pt x="1" y="1447"/>
                  </a:cubicBezTo>
                  <a:cubicBezTo>
                    <a:pt x="1" y="2247"/>
                    <a:pt x="647" y="2893"/>
                    <a:pt x="1447" y="2893"/>
                  </a:cubicBezTo>
                  <a:cubicBezTo>
                    <a:pt x="2249" y="2893"/>
                    <a:pt x="2893" y="2247"/>
                    <a:pt x="2893" y="1447"/>
                  </a:cubicBezTo>
                  <a:cubicBezTo>
                    <a:pt x="2893" y="644"/>
                    <a:pt x="2249" y="0"/>
                    <a:pt x="14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16"/>
            <p:cNvSpPr/>
            <p:nvPr/>
          </p:nvSpPr>
          <p:spPr>
            <a:xfrm>
              <a:off x="5281865" y="2426206"/>
              <a:ext cx="33664" cy="33653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1" y="644"/>
                    <a:pt x="1" y="1447"/>
                  </a:cubicBezTo>
                  <a:cubicBezTo>
                    <a:pt x="1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16"/>
            <p:cNvSpPr/>
            <p:nvPr/>
          </p:nvSpPr>
          <p:spPr>
            <a:xfrm>
              <a:off x="5147719" y="2486904"/>
              <a:ext cx="631633" cy="435881"/>
            </a:xfrm>
            <a:custGeom>
              <a:avLst/>
              <a:gdLst/>
              <a:ahLst/>
              <a:cxnLst/>
              <a:rect l="l" t="t" r="r" b="b"/>
              <a:pathLst>
                <a:path w="54299" h="37471" extrusionOk="0">
                  <a:moveTo>
                    <a:pt x="54260" y="0"/>
                  </a:moveTo>
                  <a:lnTo>
                    <a:pt x="0" y="39"/>
                  </a:lnTo>
                  <a:lnTo>
                    <a:pt x="40" y="37470"/>
                  </a:lnTo>
                  <a:lnTo>
                    <a:pt x="54299" y="37450"/>
                  </a:lnTo>
                  <a:lnTo>
                    <a:pt x="54260" y="0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16"/>
            <p:cNvSpPr/>
            <p:nvPr/>
          </p:nvSpPr>
          <p:spPr>
            <a:xfrm>
              <a:off x="5147940" y="2539425"/>
              <a:ext cx="631412" cy="383361"/>
            </a:xfrm>
            <a:custGeom>
              <a:avLst/>
              <a:gdLst/>
              <a:ahLst/>
              <a:cxnLst/>
              <a:rect l="l" t="t" r="r" b="b"/>
              <a:pathLst>
                <a:path w="54280" h="32956" extrusionOk="0">
                  <a:moveTo>
                    <a:pt x="11592" y="1"/>
                  </a:moveTo>
                  <a:lnTo>
                    <a:pt x="0" y="12197"/>
                  </a:lnTo>
                  <a:lnTo>
                    <a:pt x="21" y="32955"/>
                  </a:lnTo>
                  <a:lnTo>
                    <a:pt x="54280" y="32935"/>
                  </a:lnTo>
                  <a:lnTo>
                    <a:pt x="54280" y="22927"/>
                  </a:lnTo>
                  <a:lnTo>
                    <a:pt x="46285" y="14523"/>
                  </a:lnTo>
                  <a:lnTo>
                    <a:pt x="35847" y="25507"/>
                  </a:lnTo>
                  <a:lnTo>
                    <a:pt x="34968" y="24569"/>
                  </a:lnTo>
                  <a:lnTo>
                    <a:pt x="115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16"/>
            <p:cNvSpPr/>
            <p:nvPr/>
          </p:nvSpPr>
          <p:spPr>
            <a:xfrm>
              <a:off x="5494903" y="2571717"/>
              <a:ext cx="132785" cy="132797"/>
            </a:xfrm>
            <a:custGeom>
              <a:avLst/>
              <a:gdLst/>
              <a:ahLst/>
              <a:cxnLst/>
              <a:rect l="l" t="t" r="r" b="b"/>
              <a:pathLst>
                <a:path w="11415" h="11416" extrusionOk="0">
                  <a:moveTo>
                    <a:pt x="5707" y="0"/>
                  </a:moveTo>
                  <a:cubicBezTo>
                    <a:pt x="2561" y="0"/>
                    <a:pt x="0" y="2560"/>
                    <a:pt x="0" y="5708"/>
                  </a:cubicBezTo>
                  <a:cubicBezTo>
                    <a:pt x="0" y="8854"/>
                    <a:pt x="2561" y="11415"/>
                    <a:pt x="5707" y="11415"/>
                  </a:cubicBezTo>
                  <a:cubicBezTo>
                    <a:pt x="8855" y="11415"/>
                    <a:pt x="11415" y="8854"/>
                    <a:pt x="11415" y="5708"/>
                  </a:cubicBezTo>
                  <a:cubicBezTo>
                    <a:pt x="11415" y="2560"/>
                    <a:pt x="8855" y="0"/>
                    <a:pt x="57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0" name="Google Shape;3890;p116"/>
          <p:cNvGrpSpPr/>
          <p:nvPr/>
        </p:nvGrpSpPr>
        <p:grpSpPr>
          <a:xfrm>
            <a:off x="801762" y="3909841"/>
            <a:ext cx="994974" cy="421912"/>
            <a:chOff x="3011608" y="3219926"/>
            <a:chExt cx="566840" cy="240351"/>
          </a:xfrm>
        </p:grpSpPr>
        <p:sp>
          <p:nvSpPr>
            <p:cNvPr id="3891" name="Google Shape;3891;p116"/>
            <p:cNvSpPr/>
            <p:nvPr/>
          </p:nvSpPr>
          <p:spPr>
            <a:xfrm>
              <a:off x="3386082" y="3235619"/>
              <a:ext cx="60710" cy="60710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1"/>
                  </a:moveTo>
                  <a:cubicBezTo>
                    <a:pt x="1173" y="1"/>
                    <a:pt x="1" y="1153"/>
                    <a:pt x="1" y="2600"/>
                  </a:cubicBezTo>
                  <a:cubicBezTo>
                    <a:pt x="1" y="4046"/>
                    <a:pt x="1173" y="5219"/>
                    <a:pt x="2600" y="5219"/>
                  </a:cubicBezTo>
                  <a:cubicBezTo>
                    <a:pt x="4046" y="5219"/>
                    <a:pt x="5219" y="4046"/>
                    <a:pt x="5219" y="2600"/>
                  </a:cubicBezTo>
                  <a:cubicBezTo>
                    <a:pt x="5219" y="1153"/>
                    <a:pt x="4046" y="1"/>
                    <a:pt x="2600" y="1"/>
                  </a:cubicBezTo>
                  <a:close/>
                </a:path>
              </a:pathLst>
            </a:custGeom>
            <a:solidFill>
              <a:srgbClr val="C7A2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16"/>
            <p:cNvSpPr/>
            <p:nvPr/>
          </p:nvSpPr>
          <p:spPr>
            <a:xfrm>
              <a:off x="3011608" y="3291106"/>
              <a:ext cx="566840" cy="169171"/>
            </a:xfrm>
            <a:custGeom>
              <a:avLst/>
              <a:gdLst/>
              <a:ahLst/>
              <a:cxnLst/>
              <a:rect l="l" t="t" r="r" b="b"/>
              <a:pathLst>
                <a:path w="48729" h="14543" extrusionOk="0">
                  <a:moveTo>
                    <a:pt x="0" y="0"/>
                  </a:moveTo>
                  <a:lnTo>
                    <a:pt x="0" y="11688"/>
                  </a:lnTo>
                  <a:cubicBezTo>
                    <a:pt x="0" y="13271"/>
                    <a:pt x="1271" y="14542"/>
                    <a:pt x="2854" y="14542"/>
                  </a:cubicBezTo>
                  <a:lnTo>
                    <a:pt x="45875" y="14542"/>
                  </a:lnTo>
                  <a:cubicBezTo>
                    <a:pt x="47438" y="14542"/>
                    <a:pt x="48728" y="13271"/>
                    <a:pt x="48728" y="11688"/>
                  </a:cubicBezTo>
                  <a:lnTo>
                    <a:pt x="487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16"/>
            <p:cNvSpPr/>
            <p:nvPr/>
          </p:nvSpPr>
          <p:spPr>
            <a:xfrm>
              <a:off x="3011608" y="3219926"/>
              <a:ext cx="566840" cy="71191"/>
            </a:xfrm>
            <a:custGeom>
              <a:avLst/>
              <a:gdLst/>
              <a:ahLst/>
              <a:cxnLst/>
              <a:rect l="l" t="t" r="r" b="b"/>
              <a:pathLst>
                <a:path w="48729" h="6120" extrusionOk="0">
                  <a:moveTo>
                    <a:pt x="2854" y="1"/>
                  </a:moveTo>
                  <a:cubicBezTo>
                    <a:pt x="1271" y="1"/>
                    <a:pt x="0" y="1291"/>
                    <a:pt x="0" y="2854"/>
                  </a:cubicBezTo>
                  <a:lnTo>
                    <a:pt x="0" y="6119"/>
                  </a:lnTo>
                  <a:lnTo>
                    <a:pt x="48728" y="6119"/>
                  </a:lnTo>
                  <a:lnTo>
                    <a:pt x="48728" y="2854"/>
                  </a:lnTo>
                  <a:cubicBezTo>
                    <a:pt x="48728" y="1291"/>
                    <a:pt x="47438" y="1"/>
                    <a:pt x="458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16"/>
            <p:cNvSpPr/>
            <p:nvPr/>
          </p:nvSpPr>
          <p:spPr>
            <a:xfrm>
              <a:off x="3055044" y="3242901"/>
              <a:ext cx="22509" cy="22509"/>
            </a:xfrm>
            <a:custGeom>
              <a:avLst/>
              <a:gdLst/>
              <a:ahLst/>
              <a:cxnLst/>
              <a:rect l="l" t="t" r="r" b="b"/>
              <a:pathLst>
                <a:path w="1935" h="1935" extrusionOk="0">
                  <a:moveTo>
                    <a:pt x="977" y="0"/>
                  </a:moveTo>
                  <a:cubicBezTo>
                    <a:pt x="430" y="0"/>
                    <a:pt x="0" y="430"/>
                    <a:pt x="0" y="978"/>
                  </a:cubicBezTo>
                  <a:cubicBezTo>
                    <a:pt x="0" y="1505"/>
                    <a:pt x="430" y="1935"/>
                    <a:pt x="977" y="1935"/>
                  </a:cubicBezTo>
                  <a:cubicBezTo>
                    <a:pt x="1504" y="1935"/>
                    <a:pt x="1934" y="1505"/>
                    <a:pt x="1934" y="978"/>
                  </a:cubicBezTo>
                  <a:cubicBezTo>
                    <a:pt x="1934" y="430"/>
                    <a:pt x="1504" y="0"/>
                    <a:pt x="9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16"/>
            <p:cNvSpPr/>
            <p:nvPr/>
          </p:nvSpPr>
          <p:spPr>
            <a:xfrm>
              <a:off x="3104145" y="3242901"/>
              <a:ext cx="22521" cy="22509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7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7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16"/>
            <p:cNvSpPr/>
            <p:nvPr/>
          </p:nvSpPr>
          <p:spPr>
            <a:xfrm>
              <a:off x="3153257" y="3242901"/>
              <a:ext cx="22521" cy="22509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5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5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16"/>
            <p:cNvSpPr/>
            <p:nvPr/>
          </p:nvSpPr>
          <p:spPr>
            <a:xfrm>
              <a:off x="3072318" y="3331575"/>
              <a:ext cx="86872" cy="86627"/>
            </a:xfrm>
            <a:custGeom>
              <a:avLst/>
              <a:gdLst/>
              <a:ahLst/>
              <a:cxnLst/>
              <a:rect l="l" t="t" r="r" b="b"/>
              <a:pathLst>
                <a:path w="7468" h="7447" extrusionOk="0">
                  <a:moveTo>
                    <a:pt x="3733" y="0"/>
                  </a:moveTo>
                  <a:cubicBezTo>
                    <a:pt x="1681" y="0"/>
                    <a:pt x="1" y="1661"/>
                    <a:pt x="1" y="3714"/>
                  </a:cubicBezTo>
                  <a:cubicBezTo>
                    <a:pt x="1" y="5786"/>
                    <a:pt x="1681" y="7446"/>
                    <a:pt x="3733" y="7446"/>
                  </a:cubicBezTo>
                  <a:cubicBezTo>
                    <a:pt x="5805" y="7446"/>
                    <a:pt x="7467" y="5786"/>
                    <a:pt x="7467" y="3714"/>
                  </a:cubicBezTo>
                  <a:cubicBezTo>
                    <a:pt x="7467" y="1661"/>
                    <a:pt x="5805" y="0"/>
                    <a:pt x="37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16"/>
            <p:cNvSpPr/>
            <p:nvPr/>
          </p:nvSpPr>
          <p:spPr>
            <a:xfrm>
              <a:off x="3197135" y="3342940"/>
              <a:ext cx="304923" cy="20020"/>
            </a:xfrm>
            <a:custGeom>
              <a:avLst/>
              <a:gdLst/>
              <a:ahLst/>
              <a:cxnLst/>
              <a:rect l="l" t="t" r="r" b="b"/>
              <a:pathLst>
                <a:path w="26213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8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25410" y="1721"/>
                  </a:lnTo>
                  <a:cubicBezTo>
                    <a:pt x="25840" y="1721"/>
                    <a:pt x="26212" y="1369"/>
                    <a:pt x="26212" y="918"/>
                  </a:cubicBezTo>
                  <a:lnTo>
                    <a:pt x="26212" y="801"/>
                  </a:lnTo>
                  <a:cubicBezTo>
                    <a:pt x="26212" y="352"/>
                    <a:pt x="25840" y="1"/>
                    <a:pt x="25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16"/>
            <p:cNvSpPr/>
            <p:nvPr/>
          </p:nvSpPr>
          <p:spPr>
            <a:xfrm>
              <a:off x="3197135" y="3392960"/>
              <a:ext cx="169858" cy="20020"/>
            </a:xfrm>
            <a:custGeom>
              <a:avLst/>
              <a:gdLst/>
              <a:ahLst/>
              <a:cxnLst/>
              <a:rect l="l" t="t" r="r" b="b"/>
              <a:pathLst>
                <a:path w="14602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9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13820" y="1721"/>
                  </a:lnTo>
                  <a:cubicBezTo>
                    <a:pt x="14250" y="1721"/>
                    <a:pt x="14602" y="1369"/>
                    <a:pt x="14602" y="919"/>
                  </a:cubicBezTo>
                  <a:lnTo>
                    <a:pt x="14602" y="801"/>
                  </a:lnTo>
                  <a:cubicBezTo>
                    <a:pt x="14602" y="352"/>
                    <a:pt x="14250" y="1"/>
                    <a:pt x="138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16"/>
            <p:cNvSpPr/>
            <p:nvPr/>
          </p:nvSpPr>
          <p:spPr>
            <a:xfrm>
              <a:off x="3387454" y="3392960"/>
              <a:ext cx="48659" cy="20020"/>
            </a:xfrm>
            <a:custGeom>
              <a:avLst/>
              <a:gdLst/>
              <a:ahLst/>
              <a:cxnLst/>
              <a:rect l="l" t="t" r="r" b="b"/>
              <a:pathLst>
                <a:path w="4183" h="1721" extrusionOk="0">
                  <a:moveTo>
                    <a:pt x="860" y="1"/>
                  </a:moveTo>
                  <a:cubicBezTo>
                    <a:pt x="371" y="1"/>
                    <a:pt x="0" y="392"/>
                    <a:pt x="0" y="861"/>
                  </a:cubicBezTo>
                  <a:cubicBezTo>
                    <a:pt x="0" y="1330"/>
                    <a:pt x="371" y="1721"/>
                    <a:pt x="860" y="1721"/>
                  </a:cubicBezTo>
                  <a:lnTo>
                    <a:pt x="3323" y="1721"/>
                  </a:lnTo>
                  <a:cubicBezTo>
                    <a:pt x="3792" y="1721"/>
                    <a:pt x="4183" y="1330"/>
                    <a:pt x="4183" y="861"/>
                  </a:cubicBezTo>
                  <a:cubicBezTo>
                    <a:pt x="4183" y="392"/>
                    <a:pt x="3792" y="1"/>
                    <a:pt x="3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5000" endPos="21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1" name="Google Shape;3901;p116"/>
          <p:cNvGrpSpPr/>
          <p:nvPr/>
        </p:nvGrpSpPr>
        <p:grpSpPr>
          <a:xfrm>
            <a:off x="844075" y="1297075"/>
            <a:ext cx="1889100" cy="146100"/>
            <a:chOff x="2432300" y="1490925"/>
            <a:chExt cx="1889100" cy="146100"/>
          </a:xfrm>
        </p:grpSpPr>
        <p:sp>
          <p:nvSpPr>
            <p:cNvPr id="3902" name="Google Shape;3902;p116"/>
            <p:cNvSpPr/>
            <p:nvPr/>
          </p:nvSpPr>
          <p:spPr>
            <a:xfrm>
              <a:off x="2432300" y="1490925"/>
              <a:ext cx="1889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03" name="Google Shape;3903;p116"/>
            <p:cNvGrpSpPr/>
            <p:nvPr/>
          </p:nvGrpSpPr>
          <p:grpSpPr>
            <a:xfrm rot="10800000" flipH="1">
              <a:off x="2497649" y="1516972"/>
              <a:ext cx="429322" cy="93999"/>
              <a:chOff x="5795037" y="809024"/>
              <a:chExt cx="431653" cy="94500"/>
            </a:xfrm>
          </p:grpSpPr>
          <p:sp>
            <p:nvSpPr>
              <p:cNvPr id="3904" name="Google Shape;3904;p116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5" name="Google Shape;3905;p116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6" name="Google Shape;3906;p116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07" name="Google Shape;3907;p116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8" name="Google Shape;3908;p116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9" name="Google Shape;3909;p116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0" name="Google Shape;3910;p116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A0FF-454A-2A13-F9DA-FF8D2EC1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567243"/>
            <a:ext cx="7704000" cy="572700"/>
          </a:xfrm>
        </p:spPr>
        <p:txBody>
          <a:bodyPr/>
          <a:lstStyle/>
          <a:p>
            <a:r>
              <a:rPr lang="en-US" dirty="0" err="1"/>
              <a:t>Partea</a:t>
            </a:r>
            <a:r>
              <a:rPr lang="en-US" dirty="0"/>
              <a:t> </a:t>
            </a:r>
            <a:r>
              <a:rPr lang="en-US" dirty="0" err="1"/>
              <a:t>interesant</a:t>
            </a:r>
            <a:r>
              <a:rPr lang="ro-MD" dirty="0"/>
              <a:t>ă </a:t>
            </a:r>
            <a:br>
              <a:rPr lang="ro-MD" dirty="0"/>
            </a:br>
            <a:r>
              <a:rPr lang="ro-MD" dirty="0"/>
              <a:t>abia începe ))</a:t>
            </a:r>
            <a:br>
              <a:rPr lang="ro-MD" dirty="0"/>
            </a:br>
            <a:br>
              <a:rPr lang="ro-MD" dirty="0"/>
            </a:br>
            <a:r>
              <a:rPr lang="ro-MD" sz="1200" dirty="0">
                <a:solidFill>
                  <a:schemeClr val="tx1"/>
                </a:solidFill>
              </a:rPr>
              <a:t>metropolis.cihcahul.md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399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3E66F5-B3DF-84A1-D945-EACE18958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114" y="1407623"/>
            <a:ext cx="2033771" cy="200440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8A36A8D-B6AB-71A2-7761-E80D19B3CD4A}"/>
              </a:ext>
            </a:extLst>
          </p:cNvPr>
          <p:cNvSpPr txBox="1"/>
          <p:nvPr/>
        </p:nvSpPr>
        <p:spPr>
          <a:xfrm>
            <a:off x="2286000" y="348388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MD" sz="2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metropolis.cihcahul.md</a:t>
            </a:r>
            <a:endParaRPr lang="en-US" b="1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1847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9C927F6-BAB6-D1C9-94E7-A7D8FFE1932A}"/>
              </a:ext>
            </a:extLst>
          </p:cNvPr>
          <p:cNvSpPr txBox="1">
            <a:spLocks/>
          </p:cNvSpPr>
          <p:nvPr/>
        </p:nvSpPr>
        <p:spPr>
          <a:xfrm>
            <a:off x="720000" y="2024443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Ce am c</a:t>
            </a:r>
            <a:r>
              <a:rPr lang="ro-MD" sz="4000" b="1" dirty="0" err="1">
                <a:solidFill>
                  <a:srgbClr val="5352EE"/>
                </a:solidFill>
                <a:latin typeface="Montserrat" panose="00000500000000000000" pitchFamily="2" charset="-18"/>
              </a:rPr>
              <a:t>âștigat</a:t>
            </a:r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 ?</a:t>
            </a:r>
            <a:endParaRPr lang="en-US" sz="4000" b="1" dirty="0">
              <a:solidFill>
                <a:srgbClr val="5352EE"/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919530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22248-CCE9-ACBD-D24C-D2E0A807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122C0D-948B-6A85-D9F8-B4144FB74C38}"/>
              </a:ext>
            </a:extLst>
          </p:cNvPr>
          <p:cNvSpPr txBox="1">
            <a:spLocks/>
          </p:cNvSpPr>
          <p:nvPr/>
        </p:nvSpPr>
        <p:spPr>
          <a:xfrm>
            <a:off x="720000" y="2024443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Ce am c</a:t>
            </a:r>
            <a:r>
              <a:rPr lang="ro-MD" sz="4000" b="1" dirty="0" err="1">
                <a:solidFill>
                  <a:srgbClr val="5352EE"/>
                </a:solidFill>
                <a:latin typeface="Montserrat" panose="00000500000000000000" pitchFamily="2" charset="-18"/>
              </a:rPr>
              <a:t>âștigat</a:t>
            </a:r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 ?</a:t>
            </a:r>
            <a:endParaRPr lang="en-US" sz="4000" b="1" dirty="0">
              <a:solidFill>
                <a:srgbClr val="5352EE"/>
              </a:solidFill>
              <a:latin typeface="Montserrat" panose="00000500000000000000" pitchFamily="2" charset="-18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C19522-2BBE-2855-21A9-DA27A17BFC74}"/>
              </a:ext>
            </a:extLst>
          </p:cNvPr>
          <p:cNvCxnSpPr/>
          <p:nvPr/>
        </p:nvCxnSpPr>
        <p:spPr>
          <a:xfrm flipV="1">
            <a:off x="4297680" y="2024443"/>
            <a:ext cx="2357120" cy="6679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114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C743-F53F-E1AB-E237-8CFEEA02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1DBAA10-1924-929E-765B-7CCDBD7999C1}"/>
              </a:ext>
            </a:extLst>
          </p:cNvPr>
          <p:cNvSpPr txBox="1">
            <a:spLocks/>
          </p:cNvSpPr>
          <p:nvPr/>
        </p:nvSpPr>
        <p:spPr>
          <a:xfrm>
            <a:off x="720000" y="2024443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Ce am </a:t>
            </a:r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dobândit?</a:t>
            </a:r>
            <a:endParaRPr lang="en-US" sz="4000" b="1" dirty="0">
              <a:solidFill>
                <a:srgbClr val="5352EE"/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897787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2E53F-F649-2A86-8018-553F134A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DD2B00F-78AA-9DB6-2F07-B63DE9274039}"/>
              </a:ext>
            </a:extLst>
          </p:cNvPr>
          <p:cNvSpPr txBox="1">
            <a:spLocks/>
          </p:cNvSpPr>
          <p:nvPr/>
        </p:nvSpPr>
        <p:spPr>
          <a:xfrm>
            <a:off x="3230880" y="1892362"/>
            <a:ext cx="5782400" cy="141979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Experiența de </a:t>
            </a:r>
          </a:p>
          <a:p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lucru în echipă</a:t>
            </a:r>
            <a:endParaRPr lang="en-US" sz="4000" b="1" dirty="0">
              <a:solidFill>
                <a:srgbClr val="5352EE"/>
              </a:solidFill>
              <a:latin typeface="Montserrat" panose="00000500000000000000" pitchFamily="2" charset="-1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63019-468B-1B04-CB01-EE477A6F3E04}"/>
              </a:ext>
            </a:extLst>
          </p:cNvPr>
          <p:cNvSpPr txBox="1">
            <a:spLocks/>
          </p:cNvSpPr>
          <p:nvPr/>
        </p:nvSpPr>
        <p:spPr>
          <a:xfrm>
            <a:off x="-2338160" y="-40640"/>
            <a:ext cx="7704000" cy="53618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MD" sz="34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0000500000000000000" pitchFamily="2" charset="-18"/>
              </a:rPr>
              <a:t>1</a:t>
            </a:r>
            <a:endParaRPr lang="en-US" sz="34400" b="1" dirty="0">
              <a:solidFill>
                <a:schemeClr val="tx2">
                  <a:lumMod val="20000"/>
                  <a:lumOff val="80000"/>
                </a:schemeClr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2252691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E2C91-3F74-22FA-AE49-1FCC427C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AB560F-731B-32DB-27FA-CF9DC0EBA128}"/>
              </a:ext>
            </a:extLst>
          </p:cNvPr>
          <p:cNvSpPr txBox="1">
            <a:spLocks/>
          </p:cNvSpPr>
          <p:nvPr/>
        </p:nvSpPr>
        <p:spPr>
          <a:xfrm>
            <a:off x="3230880" y="1892362"/>
            <a:ext cx="5782400" cy="141979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Interacțiunea cu </a:t>
            </a:r>
          </a:p>
          <a:p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un antreprenor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E71068-097B-B602-8412-D4B4867F188B}"/>
              </a:ext>
            </a:extLst>
          </p:cNvPr>
          <p:cNvSpPr txBox="1">
            <a:spLocks/>
          </p:cNvSpPr>
          <p:nvPr/>
        </p:nvSpPr>
        <p:spPr>
          <a:xfrm>
            <a:off x="-2338160" y="-40640"/>
            <a:ext cx="7704000" cy="53618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MD" sz="34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0000500000000000000" pitchFamily="2" charset="-18"/>
              </a:rPr>
              <a:t>2</a:t>
            </a:r>
            <a:endParaRPr lang="en-US" sz="34400" b="1" dirty="0">
              <a:solidFill>
                <a:schemeClr val="tx2">
                  <a:lumMod val="20000"/>
                  <a:lumOff val="80000"/>
                </a:schemeClr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072879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DF49E-C621-909B-3458-97675D2F7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7D33C49-7B96-6BE0-66E7-14FCDAD78ED9}"/>
              </a:ext>
            </a:extLst>
          </p:cNvPr>
          <p:cNvSpPr txBox="1">
            <a:spLocks/>
          </p:cNvSpPr>
          <p:nvPr/>
        </p:nvSpPr>
        <p:spPr>
          <a:xfrm>
            <a:off x="3230880" y="1892362"/>
            <a:ext cx="5782400" cy="141979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Ne-am perfecționat abilitățile tehnice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A50478-CF56-B3A4-67C2-8B17CFB9E397}"/>
              </a:ext>
            </a:extLst>
          </p:cNvPr>
          <p:cNvSpPr txBox="1">
            <a:spLocks/>
          </p:cNvSpPr>
          <p:nvPr/>
        </p:nvSpPr>
        <p:spPr>
          <a:xfrm>
            <a:off x="-2338160" y="-40640"/>
            <a:ext cx="7704000" cy="53618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MD" sz="34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0000500000000000000" pitchFamily="2" charset="-18"/>
              </a:rPr>
              <a:t>3</a:t>
            </a:r>
            <a:endParaRPr lang="en-US" sz="34400" b="1" dirty="0">
              <a:solidFill>
                <a:schemeClr val="tx2">
                  <a:lumMod val="20000"/>
                  <a:lumOff val="80000"/>
                </a:schemeClr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451651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D1723-496B-5BA6-98E3-586A92AA8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AD6F424-766F-3FCF-A45E-E5F1605D988C}"/>
              </a:ext>
            </a:extLst>
          </p:cNvPr>
          <p:cNvSpPr txBox="1">
            <a:spLocks/>
          </p:cNvSpPr>
          <p:nvPr/>
        </p:nvSpPr>
        <p:spPr>
          <a:xfrm>
            <a:off x="3505200" y="2286000"/>
            <a:ext cx="5579200" cy="102615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MD" sz="4000" b="1" dirty="0" err="1">
                <a:solidFill>
                  <a:srgbClr val="5352EE"/>
                </a:solidFill>
                <a:latin typeface="Montserrat" panose="00000500000000000000" pitchFamily="2" charset="-18"/>
              </a:rPr>
              <a:t>Networking</a:t>
            </a:r>
            <a:endParaRPr lang="ro-MD" sz="4000" b="1" dirty="0">
              <a:solidFill>
                <a:srgbClr val="5352EE"/>
              </a:solidFill>
              <a:latin typeface="Montserrat" panose="00000500000000000000" pitchFamily="2" charset="-1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612EB3-8B07-41B9-9CBD-691B51200BED}"/>
              </a:ext>
            </a:extLst>
          </p:cNvPr>
          <p:cNvSpPr txBox="1">
            <a:spLocks/>
          </p:cNvSpPr>
          <p:nvPr/>
        </p:nvSpPr>
        <p:spPr>
          <a:xfrm>
            <a:off x="-2338160" y="-40640"/>
            <a:ext cx="7704000" cy="53618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MD" sz="34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0000500000000000000" pitchFamily="2" charset="-18"/>
              </a:rPr>
              <a:t>4</a:t>
            </a:r>
            <a:endParaRPr lang="en-US" sz="34400" b="1" dirty="0">
              <a:solidFill>
                <a:schemeClr val="tx2">
                  <a:lumMod val="20000"/>
                  <a:lumOff val="80000"/>
                </a:schemeClr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2353297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FE657-3642-9207-D290-971B1ADF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D08887-6C49-D176-F3C4-9467C95FDC6B}"/>
              </a:ext>
            </a:extLst>
          </p:cNvPr>
          <p:cNvSpPr txBox="1">
            <a:spLocks/>
          </p:cNvSpPr>
          <p:nvPr/>
        </p:nvSpPr>
        <p:spPr>
          <a:xfrm>
            <a:off x="3230880" y="1892362"/>
            <a:ext cx="5782400" cy="141979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Am obținut un </a:t>
            </a:r>
          </a:p>
          <a:p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post de muncă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BD253-4C8E-818C-3BA0-81B57D80EB8E}"/>
              </a:ext>
            </a:extLst>
          </p:cNvPr>
          <p:cNvSpPr txBox="1">
            <a:spLocks/>
          </p:cNvSpPr>
          <p:nvPr/>
        </p:nvSpPr>
        <p:spPr>
          <a:xfrm>
            <a:off x="-2338160" y="-40640"/>
            <a:ext cx="7704000" cy="536187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MD" sz="34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0000500000000000000" pitchFamily="2" charset="-18"/>
              </a:rPr>
              <a:t>5</a:t>
            </a:r>
            <a:endParaRPr lang="en-US" sz="34400" b="1" dirty="0">
              <a:solidFill>
                <a:schemeClr val="tx2">
                  <a:lumMod val="20000"/>
                  <a:lumOff val="80000"/>
                </a:schemeClr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14457679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7CFB-9137-0909-F103-A0D6C5EF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8E87015-07C4-231F-77E0-EF54FC04CC99}"/>
              </a:ext>
            </a:extLst>
          </p:cNvPr>
          <p:cNvSpPr txBox="1">
            <a:spLocks/>
          </p:cNvSpPr>
          <p:nvPr/>
        </p:nvSpPr>
        <p:spPr>
          <a:xfrm>
            <a:off x="720000" y="2024443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Începeți să învățați</a:t>
            </a:r>
            <a:endParaRPr lang="en-US" sz="4000" b="1" dirty="0">
              <a:solidFill>
                <a:srgbClr val="5352EE"/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063336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ello, World! - Native">
            <a:extLst>
              <a:ext uri="{FF2B5EF4-FFF2-40B4-BE49-F238E27FC236}">
                <a16:creationId xmlns:a16="http://schemas.microsoft.com/office/drawing/2014/main" id="{66008726-5577-304E-CB2C-252B08D44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0"/>
            <a:ext cx="8310563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A6A61A-BA1C-EDF5-6206-17695ACA2C1F}"/>
              </a:ext>
            </a:extLst>
          </p:cNvPr>
          <p:cNvSpPr/>
          <p:nvPr/>
        </p:nvSpPr>
        <p:spPr>
          <a:xfrm>
            <a:off x="0" y="0"/>
            <a:ext cx="415925" cy="51435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C89C03-5A74-B63C-774A-0E28810284B0}"/>
              </a:ext>
            </a:extLst>
          </p:cNvPr>
          <p:cNvSpPr/>
          <p:nvPr/>
        </p:nvSpPr>
        <p:spPr>
          <a:xfrm>
            <a:off x="8728075" y="0"/>
            <a:ext cx="415925" cy="51435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238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A60D5-C738-E56B-847B-02736C5D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8C16FFF-B86A-FFF5-214C-94A0641959FD}"/>
              </a:ext>
            </a:extLst>
          </p:cNvPr>
          <p:cNvSpPr txBox="1">
            <a:spLocks/>
          </p:cNvSpPr>
          <p:nvPr/>
        </p:nvSpPr>
        <p:spPr>
          <a:xfrm>
            <a:off x="720000" y="2024443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ro-MD" sz="4000" b="1" dirty="0">
                <a:solidFill>
                  <a:srgbClr val="5352EE"/>
                </a:solidFill>
                <a:latin typeface="Montserrat" panose="00000500000000000000" pitchFamily="2" charset="-18"/>
              </a:rPr>
              <a:t>NU renunțați !</a:t>
            </a:r>
            <a:endParaRPr lang="en-US" sz="4000" b="1" dirty="0">
              <a:solidFill>
                <a:srgbClr val="5352EE"/>
              </a:solidFill>
              <a:latin typeface="Montserrat" panose="00000500000000000000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302899852"/>
      </p:ext>
    </p:extLst>
  </p:cSld>
  <p:clrMapOvr>
    <a:masterClrMapping/>
  </p:clrMapOvr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133</Words>
  <Application>Microsoft Office PowerPoint</Application>
  <PresentationFormat>On-screen Show (16:9)</PresentationFormat>
  <Paragraphs>45</Paragraphs>
  <Slides>28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Montserrat</vt:lpstr>
      <vt:lpstr>Darker Grotesque</vt:lpstr>
      <vt:lpstr>Darker Grotesque Medium</vt:lpstr>
      <vt:lpstr>Multi-Business Company Website by Slidesgo</vt:lpstr>
      <vt:lpstr>PowerPoint Presentation</vt:lpstr>
      <vt:lpstr>Tekwill Junior Ambassadors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Scop și Viziune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Tehnologii utilizate</vt:lpstr>
      <vt:lpstr>Partea interesantă  abia începe ))  metropolis.cihcahul.md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Multi-Business Company Website</dc:title>
  <cp:lastModifiedBy>Apareci Aurica</cp:lastModifiedBy>
  <cp:revision>28</cp:revision>
  <dcterms:modified xsi:type="dcterms:W3CDTF">2024-02-23T08:50:01Z</dcterms:modified>
</cp:coreProperties>
</file>