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8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80" r:id="rId25"/>
    <p:sldId id="279" r:id="rId26"/>
    <p:sldId id="281" r:id="rId27"/>
    <p:sldId id="284" r:id="rId28"/>
    <p:sldId id="282" r:id="rId29"/>
    <p:sldId id="283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4A571-58CB-4CF3-813D-15F0B3F79269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70E4E-F3B4-492C-B856-A3653DF6C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1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70E4E-F3B4-492C-B856-A3653DF6CA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7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C50D-1AB5-BAC5-25B5-3E1D46A29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7EB9F-75BB-C486-1CB6-E0B14F606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C73CF-5BE9-7AAC-3150-2939D12C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C09DC-FC36-DEDA-4C65-CC99B202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E7928-83B7-D7B7-7ADD-5B85A4FC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7C53-FE7D-8EE3-8451-16AD237F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B0234-2F2D-DFA4-12EE-F9D4C481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94410-2DAD-A83B-6CC2-C4FFE3D7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779D8-6973-CEC6-9B74-E8499535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379DB-BCE1-6702-8C1E-63718075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59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CFE4-C4BB-A5F2-4068-B5FE369E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265E5-B57D-1766-F658-023A73DB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378D8-B845-EB4E-10D9-E4F3D1B1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4353F-893F-D4AB-9BFF-088448AA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84C27-E4AA-EA56-97BD-1C321AD1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5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FEDD-768B-2CC4-03A7-34BF6402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6B7B-4D63-C002-0532-D01F90114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656CD-205D-1909-EB63-E4FC15DDF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0DE74-987C-716F-D83C-27927C4C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AA45C-7EC1-4D4A-F9D4-E0191544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48142-B4A0-B191-7F94-EBAC6C3F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1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C817-072A-7864-9B7A-C2D6991C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3D73-06BB-1FFD-15F7-3ED13B720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9799D-69EB-E02E-7DD6-92022CAC0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5E4E3-4E2C-F083-9A50-50AC81590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64619-D23B-1E9A-79FB-06FBBF626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B0CFF-23A5-F689-B203-E633FE67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BAA19-DCD9-49CA-8614-4D38B61E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90753-D7DF-29BD-2C60-3AB65FFE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8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7B21-5659-0145-6B6C-6C749EFA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948BE-7FBD-438F-7CD4-73CB5E93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0AF30-5495-D3ED-FA5A-4DEF4388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D86D0-90AF-1950-4AFE-9DECC9AD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07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49AED4-A82D-652B-042D-BABB7746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C75C3-419D-C42C-EDD4-E7682D9C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DACD-801A-D91E-1DFC-49D59C4D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9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CABE-3F37-22D0-9200-78F6A6C2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49F9-F677-4C3A-62B5-6BF421CD2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B4090-E7E5-4D7D-0757-BF0641FB8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2229D-C0B1-5B1A-39B4-9A25C8C9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D2E53-16F5-D62E-0765-97E5181F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E9D85-52BC-27DF-F341-2CFFF3BC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0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5EA1-A74A-1FA6-5C7B-BD91901C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0C86B-6F08-B43C-53FC-15BB7D103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D03FE-759D-7599-DD91-1736025DB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777DF-CF66-DDBC-54B2-431686A6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D65F-7A08-C91C-C8D2-C60F9BAB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59612-FCC0-BE37-69C8-FED5692C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2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B94C-AAD8-DB1D-F413-01253A7B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DAE1B-0064-6316-9F6A-7FB5E4548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9907-B98A-1CAA-A987-E99F725C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B3DA-1EF5-B4D1-A173-D4ECAA62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C2EDE-0AA5-3856-BEE4-52A29C96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0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15839-C1C4-82BB-C999-43CF0A9DE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DE9D8-FE20-155A-DCF0-2D3AB3C68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7EAC-0207-D905-B7D3-6F862A6B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FB331-0865-164A-5FE7-9D19BB14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616CF-D10B-E7D1-B3A9-B466723A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0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F96A4-DF73-4D2E-BAEC-B25E81AE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67C00-98F5-58DE-FE63-5F662B05E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FF755-7714-70FC-5552-6171886B6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8417C-6482-42B1-87B5-633017F8A067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C39C-ED5E-A76C-0FC3-35022CEA3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494B1-087F-D96D-F22A-704E6681D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52151-931F-4C92-8926-F611CB71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8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577DF-A87D-43D5-A5AF-2C055EDAA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4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people on a stage&#10;&#10;Description automatically generated">
            <a:extLst>
              <a:ext uri="{FF2B5EF4-FFF2-40B4-BE49-F238E27FC236}">
                <a16:creationId xmlns:a16="http://schemas.microsoft.com/office/drawing/2014/main" id="{3CA3B171-106B-C1A7-EC7F-C0EEBD10B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5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9CE76-1251-B223-30D0-5F8565A8A3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7" b="-2"/>
          <a:stretch/>
        </p:blipFill>
        <p:spPr>
          <a:xfrm>
            <a:off x="20" y="83976"/>
            <a:ext cx="12191980" cy="677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83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1F15C-98B0-D863-714D-6AB848576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59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08B5A-81C9-C958-CEED-6288F6C45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0"/>
            <a:ext cx="12192000" cy="68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4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34AA2-1038-A37C-64FA-A12183613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8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52E72-E407-CE82-2E7A-3ACC8858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" y="0"/>
            <a:ext cx="12188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49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5717B8-3150-99C2-D933-E4DD956EE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7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w-Web-Foxes-Works">
            <a:hlinkClick r:id="" action="ppaction://media"/>
            <a:extLst>
              <a:ext uri="{FF2B5EF4-FFF2-40B4-BE49-F238E27FC236}">
                <a16:creationId xmlns:a16="http://schemas.microsoft.com/office/drawing/2014/main" id="{F868EE3F-6B87-FC00-2D1B-F3C6A09671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27765" y="0"/>
            <a:ext cx="104775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BB42361-B8F5-596D-2461-2E0B98901756}"/>
              </a:ext>
            </a:extLst>
          </p:cNvPr>
          <p:cNvSpPr/>
          <p:nvPr/>
        </p:nvSpPr>
        <p:spPr>
          <a:xfrm>
            <a:off x="0" y="0"/>
            <a:ext cx="827765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6DC032-52BD-455B-13DE-9EB7CBA0CBA0}"/>
              </a:ext>
            </a:extLst>
          </p:cNvPr>
          <p:cNvSpPr/>
          <p:nvPr/>
        </p:nvSpPr>
        <p:spPr>
          <a:xfrm>
            <a:off x="11305265" y="0"/>
            <a:ext cx="886735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2E1D17-1497-B52C-0A9E-CB102A4E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" y="0"/>
            <a:ext cx="121707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68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0A58D-4FE0-C075-54C8-CDE518AE3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0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CD151-50AD-76A9-9C16-92DA9BA79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" y="0"/>
            <a:ext cx="12188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5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AD686-B5C6-AF8D-F17E-33025C904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" y="0"/>
            <a:ext cx="12188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6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3C167-317B-261C-0C69-2E66BC6DB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"/>
            <a:ext cx="12192000" cy="683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1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3C167-317B-261C-0C69-2E66BC6DB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3"/>
            <a:ext cx="12192000" cy="6837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B04A3-5109-55A2-9AB1-76DFB40DE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244" y="2621903"/>
            <a:ext cx="6596743" cy="2871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60563-EFD6-DCB7-E479-A377064DF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824" y="4394718"/>
            <a:ext cx="1312092" cy="952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22A55B-8D7F-225C-0D4D-E3E8E682F2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2444"/>
          <a:stretch/>
        </p:blipFill>
        <p:spPr>
          <a:xfrm>
            <a:off x="5095030" y="4264246"/>
            <a:ext cx="2882131" cy="10833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353287-AE40-6226-6C2C-B2D4246BCF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6260"/>
          <a:stretch/>
        </p:blipFill>
        <p:spPr>
          <a:xfrm>
            <a:off x="5011568" y="2967220"/>
            <a:ext cx="2882131" cy="10561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9CCC7F-4189-5C13-77C0-5122F373B5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3390" y="2967220"/>
            <a:ext cx="3148068" cy="23804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8569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2CA109-BCC1-E0A0-1850-659D3D5F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4"/>
            <a:ext cx="12192000" cy="684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07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B6833-2159-546A-D0FB-F7B12A42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" y="0"/>
            <a:ext cx="12188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03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43823-B7EA-B9F2-6E16-5813627857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19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 shot of a computer&#10;&#10;Description automatically generated">
            <a:extLst>
              <a:ext uri="{FF2B5EF4-FFF2-40B4-BE49-F238E27FC236}">
                <a16:creationId xmlns:a16="http://schemas.microsoft.com/office/drawing/2014/main" id="{CEA2A684-3C4F-8014-64E7-C8B93B8751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2" b="8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35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BE8BE0B1-154A-A1D3-9D86-9C44A80206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62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6DD0678-6EC0-A6BA-0AAA-C441D6BDFA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3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 shot of a document&#10;&#10;Description automatically generated">
            <a:extLst>
              <a:ext uri="{FF2B5EF4-FFF2-40B4-BE49-F238E27FC236}">
                <a16:creationId xmlns:a16="http://schemas.microsoft.com/office/drawing/2014/main" id="{26A42224-DE93-1E11-CC6F-7C4A5D6189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0" y="1356"/>
            <a:ext cx="12192000" cy="685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47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D1BADDE-305D-0C3A-8CCA-38160E50B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white building with blue text&#10;&#10;Description automatically generated">
            <a:extLst>
              <a:ext uri="{FF2B5EF4-FFF2-40B4-BE49-F238E27FC236}">
                <a16:creationId xmlns:a16="http://schemas.microsoft.com/office/drawing/2014/main" id="{19343C83-473E-A66F-C132-B9E4958431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044B2B-1737-E35A-A503-370535B58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" y="0"/>
            <a:ext cx="12188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01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4CC05217-46E8-79A4-789C-2F60B47D2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964" y="0"/>
            <a:ext cx="12190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56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F101B3CC-B49F-4CE0-B198-228D1D428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r putea fi o imagine cu 5 persoane şi text care spune „KIN VINOTEK IN TEK EU INNOVATION CAHUL IRMĂTO! TAREI ν AȚIE”">
            <a:extLst>
              <a:ext uri="{FF2B5EF4-FFF2-40B4-BE49-F238E27FC236}">
                <a16:creationId xmlns:a16="http://schemas.microsoft.com/office/drawing/2014/main" id="{E459D340-EE20-3977-5CDB-51CA4CFF5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r="8070" b="2"/>
          <a:stretch/>
        </p:blipFill>
        <p:spPr bwMode="auto">
          <a:xfrm>
            <a:off x="4772525" y="557189"/>
            <a:ext cx="7097742" cy="574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r putea fi o imagine cu 3 persoane">
            <a:extLst>
              <a:ext uri="{FF2B5EF4-FFF2-40B4-BE49-F238E27FC236}">
                <a16:creationId xmlns:a16="http://schemas.microsoft.com/office/drawing/2014/main" id="{74F42806-66A3-87FC-B30E-90F5D44FA2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350" r="19465"/>
          <a:stretch/>
        </p:blipFill>
        <p:spPr bwMode="auto">
          <a:xfrm>
            <a:off x="321732" y="557189"/>
            <a:ext cx="4325681" cy="574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182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6ECF7AD-4F8C-6C3A-47B3-BD851971CF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11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25F2524-6E5B-4F30-4D6E-9824153610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"/>
          <a:stretch/>
        </p:blipFill>
        <p:spPr>
          <a:xfrm>
            <a:off x="0" y="1356"/>
            <a:ext cx="12192000" cy="685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65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white rectangular frame with blue text&#10;&#10;Description automatically generated">
            <a:extLst>
              <a:ext uri="{FF2B5EF4-FFF2-40B4-BE49-F238E27FC236}">
                <a16:creationId xmlns:a16="http://schemas.microsoft.com/office/drawing/2014/main" id="{CFA92955-4EC8-11ED-9121-79CAF9A0B5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r="625" b="20"/>
          <a:stretch/>
        </p:blipFill>
        <p:spPr>
          <a:xfrm>
            <a:off x="20" y="1282"/>
            <a:ext cx="12115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243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DA6E1140-1476-72FB-04CD-BB33D80DD1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1" r="1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4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</Words>
  <Application>Microsoft Office PowerPoint</Application>
  <PresentationFormat>Widescreen</PresentationFormat>
  <Paragraphs>1</Paragraphs>
  <Slides>31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Apareci Aurica</dc:creator>
  <cp:lastModifiedBy>Apareci Aurica</cp:lastModifiedBy>
  <cp:revision>4</cp:revision>
  <dcterms:created xsi:type="dcterms:W3CDTF">2024-05-29T18:35:27Z</dcterms:created>
  <dcterms:modified xsi:type="dcterms:W3CDTF">2024-05-30T21:33:46Z</dcterms:modified>
</cp:coreProperties>
</file>